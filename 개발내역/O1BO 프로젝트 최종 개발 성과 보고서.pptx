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맑은 고딕" panose="020B0503020000020004" pitchFamily="50" charset="-127"/>
      <p:regular r:id="rId12"/>
      <p:bold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Noto Sans KR" panose="020B0200000000000000" pitchFamily="50" charset="-127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43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26" Type="http://schemas.openxmlformats.org/officeDocument/2006/relationships/image" Target="../media/image43.png"/><Relationship Id="rId3" Type="http://schemas.openxmlformats.org/officeDocument/2006/relationships/image" Target="../media/image21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4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22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3" Type="http://schemas.openxmlformats.org/officeDocument/2006/relationships/image" Target="../media/image1.png"/><Relationship Id="rId21" Type="http://schemas.openxmlformats.org/officeDocument/2006/relationships/image" Target="../media/image72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5" Type="http://schemas.openxmlformats.org/officeDocument/2006/relationships/image" Target="../media/image22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4" Type="http://schemas.openxmlformats.org/officeDocument/2006/relationships/image" Target="../media/image2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3" Type="http://schemas.openxmlformats.org/officeDocument/2006/relationships/image" Target="../media/image1.png"/><Relationship Id="rId21" Type="http://schemas.openxmlformats.org/officeDocument/2006/relationships/image" Target="../media/image91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24" Type="http://schemas.openxmlformats.org/officeDocument/2006/relationships/image" Target="../media/image94.png"/><Relationship Id="rId5" Type="http://schemas.openxmlformats.org/officeDocument/2006/relationships/image" Target="../media/image22.png"/><Relationship Id="rId15" Type="http://schemas.openxmlformats.org/officeDocument/2006/relationships/image" Target="../media/image85.png"/><Relationship Id="rId23" Type="http://schemas.openxmlformats.org/officeDocument/2006/relationships/image" Target="../media/image93.png"/><Relationship Id="rId10" Type="http://schemas.openxmlformats.org/officeDocument/2006/relationships/image" Target="../media/image80.png"/><Relationship Id="rId19" Type="http://schemas.openxmlformats.org/officeDocument/2006/relationships/image" Target="../media/image89.png"/><Relationship Id="rId4" Type="http://schemas.openxmlformats.org/officeDocument/2006/relationships/image" Target="../media/image2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Relationship Id="rId22" Type="http://schemas.openxmlformats.org/officeDocument/2006/relationships/image" Target="../media/image9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18" Type="http://schemas.openxmlformats.org/officeDocument/2006/relationships/image" Target="../media/image107.png"/><Relationship Id="rId3" Type="http://schemas.openxmlformats.org/officeDocument/2006/relationships/image" Target="../media/image1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5.png"/><Relationship Id="rId20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22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19" Type="http://schemas.openxmlformats.org/officeDocument/2006/relationships/image" Target="../media/image108.png"/><Relationship Id="rId4" Type="http://schemas.openxmlformats.org/officeDocument/2006/relationships/image" Target="../media/image2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3" Type="http://schemas.openxmlformats.org/officeDocument/2006/relationships/image" Target="../media/image1.png"/><Relationship Id="rId21" Type="http://schemas.openxmlformats.org/officeDocument/2006/relationships/image" Target="../media/image125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0.png"/><Relationship Id="rId20" Type="http://schemas.openxmlformats.org/officeDocument/2006/relationships/image" Target="../media/image1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22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19" Type="http://schemas.openxmlformats.org/officeDocument/2006/relationships/image" Target="../media/image123.png"/><Relationship Id="rId4" Type="http://schemas.openxmlformats.org/officeDocument/2006/relationships/image" Target="../media/image2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3" Type="http://schemas.openxmlformats.org/officeDocument/2006/relationships/image" Target="../media/image1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22.png"/><Relationship Id="rId10" Type="http://schemas.openxmlformats.org/officeDocument/2006/relationships/image" Target="../media/image130.png"/><Relationship Id="rId4" Type="http://schemas.openxmlformats.org/officeDocument/2006/relationships/image" Target="../media/image2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pic>
        <p:nvPicPr>
          <p:cNvPr id="5" name="SK-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43808"/>
            <a:ext cx="1143000" cy="57150"/>
          </a:xfrm>
          <a:prstGeom prst="rect">
            <a:avLst/>
          </a:prstGeom>
        </p:spPr>
      </p:pic>
      <p:pic>
        <p:nvPicPr>
          <p:cNvPr id="6" name="SK-1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3967758"/>
            <a:ext cx="1524000" cy="228600"/>
          </a:xfrm>
          <a:prstGeom prst="rect">
            <a:avLst/>
          </a:prstGeom>
        </p:spPr>
      </p:pic>
      <p:pic>
        <p:nvPicPr>
          <p:cNvPr id="7" name="SK-1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8" name="SK-1-text-7"/>
          <p:cNvSpPr/>
          <p:nvPr/>
        </p:nvSpPr>
        <p:spPr>
          <a:xfrm>
            <a:off x="571500" y="485775"/>
            <a:ext cx="62484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20" dirty="0">
                <a:solidFill>
                  <a:srgbClr val="007A78"/>
                </a:solidFill>
              </a:rPr>
              <a:t>PROJECT O1BO / TECHNICAL BRIEFING</a:t>
            </a:r>
            <a:endParaRPr lang="en-US" sz="1050" dirty="0"/>
          </a:p>
        </p:txBody>
      </p:sp>
      <p:sp>
        <p:nvSpPr>
          <p:cNvPr id="9" name="SK-1-text-8"/>
          <p:cNvSpPr/>
          <p:nvPr/>
        </p:nvSpPr>
        <p:spPr>
          <a:xfrm>
            <a:off x="571500" y="981075"/>
            <a:ext cx="6172200" cy="16341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O1BO</a:t>
            </a:r>
            <a:endParaRPr lang="en-US" sz="3900" dirty="0"/>
          </a:p>
          <a:p>
            <a:pPr marL="0" indent="0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개발 성과 &amp;</a:t>
            </a:r>
            <a:endParaRPr lang="en-US" sz="3900" dirty="0"/>
          </a:p>
          <a:p>
            <a:pPr marL="0" indent="0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 보고서</a:t>
            </a:r>
            <a:endParaRPr lang="en-US" sz="3900" dirty="0"/>
          </a:p>
        </p:txBody>
      </p:sp>
      <p:sp>
        <p:nvSpPr>
          <p:cNvPr id="10" name="SK-1-text-9"/>
          <p:cNvSpPr/>
          <p:nvPr/>
        </p:nvSpPr>
        <p:spPr>
          <a:xfrm>
            <a:off x="571500" y="3129558"/>
            <a:ext cx="565011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출장 라이프사이클 솔루션</a:t>
            </a:r>
            <a:endParaRPr lang="en-US" sz="1500" dirty="0"/>
          </a:p>
        </p:txBody>
      </p:sp>
      <p:sp>
        <p:nvSpPr>
          <p:cNvPr id="11" name="SK-1-text-10"/>
          <p:cNvSpPr/>
          <p:nvPr/>
        </p:nvSpPr>
        <p:spPr>
          <a:xfrm>
            <a:off x="571500" y="3967758"/>
            <a:ext cx="807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7A78"/>
                </a:solidFill>
              </a:rPr>
              <a:t>DATE</a:t>
            </a:r>
            <a:endParaRPr lang="en-US" sz="1200" dirty="0"/>
          </a:p>
        </p:txBody>
      </p:sp>
      <p:sp>
        <p:nvSpPr>
          <p:cNvPr id="12" name="SK-1-text-11"/>
          <p:cNvSpPr/>
          <p:nvPr/>
        </p:nvSpPr>
        <p:spPr>
          <a:xfrm>
            <a:off x="1104900" y="3967758"/>
            <a:ext cx="2880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28E8D"/>
                </a:solidFill>
              </a:rPr>
              <a:t>2026-06-12</a:t>
            </a:r>
            <a:endParaRPr lang="en-US" sz="1200" dirty="0"/>
          </a:p>
        </p:txBody>
      </p:sp>
      <p:sp>
        <p:nvSpPr>
          <p:cNvPr id="13" name="SK-1-text-12"/>
          <p:cNvSpPr/>
          <p:nvPr/>
        </p:nvSpPr>
        <p:spPr>
          <a:xfrm>
            <a:off x="2514600" y="3967758"/>
            <a:ext cx="6248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7A78"/>
                </a:solidFill>
              </a:rPr>
              <a:t>VER</a:t>
            </a:r>
            <a:endParaRPr lang="en-US" sz="1200" dirty="0"/>
          </a:p>
        </p:txBody>
      </p:sp>
      <p:sp>
        <p:nvSpPr>
          <p:cNvPr id="14" name="SK-1-text-13"/>
          <p:cNvSpPr/>
          <p:nvPr/>
        </p:nvSpPr>
        <p:spPr>
          <a:xfrm>
            <a:off x="2952750" y="3967758"/>
            <a:ext cx="2087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28E8D"/>
                </a:solidFill>
              </a:rPr>
              <a:t>v1.0.0 RC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https://skyagent-artifacts.skywork.ai/ppt_images/2026-06-12/ca12da75-cfac-497e-9162-82518831dc5c/prod_agent_ca12da75-cfac-497e-9162-82518831dc5c/9b078921_178124282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000500" cy="6858000"/>
          </a:xfrm>
          <a:prstGeom prst="rect">
            <a:avLst/>
          </a:prstGeom>
        </p:spPr>
      </p:pic>
      <p:pic>
        <p:nvPicPr>
          <p:cNvPr id="4" name="SK-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000500" cy="6858000"/>
          </a:xfrm>
          <a:prstGeom prst="rect">
            <a:avLst/>
          </a:prstGeom>
        </p:spPr>
      </p:pic>
      <p:pic>
        <p:nvPicPr>
          <p:cNvPr id="5" name="SK-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0" y="3094286"/>
            <a:ext cx="3533775" cy="968573"/>
          </a:xfrm>
          <a:prstGeom prst="rect">
            <a:avLst/>
          </a:prstGeom>
        </p:spPr>
      </p:pic>
      <p:pic>
        <p:nvPicPr>
          <p:cNvPr id="6" name="SK-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265736"/>
            <a:ext cx="419100" cy="419100"/>
          </a:xfrm>
          <a:prstGeom prst="rect">
            <a:avLst/>
          </a:prstGeom>
        </p:spPr>
      </p:pic>
      <p:pic>
        <p:nvPicPr>
          <p:cNvPr id="7" name="SK-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300" y="3397300"/>
            <a:ext cx="190500" cy="155823"/>
          </a:xfrm>
          <a:prstGeom prst="rect">
            <a:avLst/>
          </a:prstGeom>
        </p:spPr>
      </p:pic>
      <p:pic>
        <p:nvPicPr>
          <p:cNvPr id="8" name="SK-2-img-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625" y="3094286"/>
            <a:ext cx="3533775" cy="968573"/>
          </a:xfrm>
          <a:prstGeom prst="rect">
            <a:avLst/>
          </a:prstGeom>
        </p:spPr>
      </p:pic>
      <p:pic>
        <p:nvPicPr>
          <p:cNvPr id="9" name="SK-2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9125" y="3265736"/>
            <a:ext cx="419100" cy="419100"/>
          </a:xfrm>
          <a:prstGeom prst="rect">
            <a:avLst/>
          </a:prstGeom>
        </p:spPr>
      </p:pic>
      <p:pic>
        <p:nvPicPr>
          <p:cNvPr id="10" name="SK-2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3425" y="3397300"/>
            <a:ext cx="190500" cy="155823"/>
          </a:xfrm>
          <a:prstGeom prst="rect">
            <a:avLst/>
          </a:prstGeom>
        </p:spPr>
      </p:pic>
      <p:pic>
        <p:nvPicPr>
          <p:cNvPr id="11" name="SK-2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1500" y="4196209"/>
            <a:ext cx="3533775" cy="968573"/>
          </a:xfrm>
          <a:prstGeom prst="rect">
            <a:avLst/>
          </a:prstGeom>
        </p:spPr>
      </p:pic>
      <p:pic>
        <p:nvPicPr>
          <p:cNvPr id="12" name="SK-2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4367659"/>
            <a:ext cx="419100" cy="419100"/>
          </a:xfrm>
          <a:prstGeom prst="rect">
            <a:avLst/>
          </a:prstGeom>
        </p:spPr>
      </p:pic>
      <p:pic>
        <p:nvPicPr>
          <p:cNvPr id="13" name="SK-2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86300" y="4499223"/>
            <a:ext cx="190500" cy="155823"/>
          </a:xfrm>
          <a:prstGeom prst="rect">
            <a:avLst/>
          </a:prstGeom>
        </p:spPr>
      </p:pic>
      <p:pic>
        <p:nvPicPr>
          <p:cNvPr id="14" name="SK-2-img-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8625" y="4196209"/>
            <a:ext cx="3533775" cy="968573"/>
          </a:xfrm>
          <a:prstGeom prst="rect">
            <a:avLst/>
          </a:prstGeom>
        </p:spPr>
      </p:pic>
      <p:pic>
        <p:nvPicPr>
          <p:cNvPr id="15" name="SK-2-img-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9125" y="4367659"/>
            <a:ext cx="419100" cy="419100"/>
          </a:xfrm>
          <a:prstGeom prst="rect">
            <a:avLst/>
          </a:prstGeom>
        </p:spPr>
      </p:pic>
      <p:pic>
        <p:nvPicPr>
          <p:cNvPr id="16" name="SK-2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3425" y="4499223"/>
            <a:ext cx="190500" cy="155823"/>
          </a:xfrm>
          <a:prstGeom prst="rect">
            <a:avLst/>
          </a:prstGeom>
        </p:spPr>
      </p:pic>
      <p:pic>
        <p:nvPicPr>
          <p:cNvPr id="17" name="SK-2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81500" y="5519589"/>
            <a:ext cx="4881563" cy="9525"/>
          </a:xfrm>
          <a:prstGeom prst="rect">
            <a:avLst/>
          </a:prstGeom>
        </p:spPr>
      </p:pic>
      <p:pic>
        <p:nvPicPr>
          <p:cNvPr id="18" name="SK-2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15713" y="5455741"/>
            <a:ext cx="166688" cy="137220"/>
          </a:xfrm>
          <a:prstGeom prst="rect">
            <a:avLst/>
          </a:prstGeom>
        </p:spPr>
      </p:pic>
      <p:sp>
        <p:nvSpPr>
          <p:cNvPr id="19" name="SK-2-text-18"/>
          <p:cNvSpPr/>
          <p:nvPr/>
        </p:nvSpPr>
        <p:spPr>
          <a:xfrm>
            <a:off x="4381500" y="1240780"/>
            <a:ext cx="72771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120" dirty="0">
                <a:solidFill>
                  <a:srgbClr val="E53935"/>
                </a:solidFill>
              </a:rPr>
              <a:t>⚠ PAIN POINTS — BEFORE O1BO</a:t>
            </a:r>
            <a:endParaRPr lang="en-US" sz="975" dirty="0"/>
          </a:p>
        </p:txBody>
      </p:sp>
      <p:sp>
        <p:nvSpPr>
          <p:cNvPr id="20" name="SK-2-text-19"/>
          <p:cNvSpPr/>
          <p:nvPr/>
        </p:nvSpPr>
        <p:spPr>
          <a:xfrm>
            <a:off x="4381500" y="1540818"/>
            <a:ext cx="7200900" cy="9200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22"/>
              </a:lnSpc>
              <a:buNone/>
            </a:pPr>
            <a:r>
              <a:rPr lang="en-US" sz="3150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 행정,</a:t>
            </a:r>
            <a:endParaRPr lang="en-US" sz="3150" dirty="0"/>
          </a:p>
          <a:p>
            <a:pPr marL="0" indent="0">
              <a:lnSpc>
                <a:spcPts val="3622"/>
              </a:lnSpc>
              <a:buNone/>
            </a:pPr>
            <a:r>
              <a:rPr lang="en-US" sz="3150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 불편했습니다</a:t>
            </a:r>
            <a:endParaRPr lang="en-US" sz="3150" dirty="0"/>
          </a:p>
        </p:txBody>
      </p:sp>
      <p:sp>
        <p:nvSpPr>
          <p:cNvPr id="21" name="SK-2-text-20"/>
          <p:cNvSpPr/>
          <p:nvPr/>
        </p:nvSpPr>
        <p:spPr>
          <a:xfrm>
            <a:off x="4381500" y="2537073"/>
            <a:ext cx="72771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출장 업무 방식이 만들어낸 4가지 핵심 불편 사례</a:t>
            </a:r>
            <a:endParaRPr lang="en-US" sz="1125" dirty="0"/>
          </a:p>
        </p:txBody>
      </p:sp>
      <p:sp>
        <p:nvSpPr>
          <p:cNvPr id="22" name="SK-2-text-21"/>
          <p:cNvSpPr/>
          <p:nvPr/>
        </p:nvSpPr>
        <p:spPr>
          <a:xfrm>
            <a:off x="5124450" y="3265736"/>
            <a:ext cx="1971675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kern="0" spc="60" dirty="0">
                <a:solidFill>
                  <a:srgbClr val="E539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수작업</a:t>
            </a:r>
            <a:endParaRPr lang="en-US" sz="825" dirty="0"/>
          </a:p>
        </p:txBody>
      </p:sp>
      <p:sp>
        <p:nvSpPr>
          <p:cNvPr id="23" name="SK-2-text-22"/>
          <p:cNvSpPr/>
          <p:nvPr/>
        </p:nvSpPr>
        <p:spPr>
          <a:xfrm>
            <a:off x="5124450" y="3460998"/>
            <a:ext cx="19716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수동 작성</a:t>
            </a:r>
            <a:endParaRPr lang="en-US" sz="1200" dirty="0"/>
          </a:p>
        </p:txBody>
      </p:sp>
      <p:sp>
        <p:nvSpPr>
          <p:cNvPr id="24" name="SK-2-text-23"/>
          <p:cNvSpPr/>
          <p:nvPr/>
        </p:nvSpPr>
        <p:spPr>
          <a:xfrm>
            <a:off x="5124450" y="3718173"/>
            <a:ext cx="289941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교통·숙박·미팅을 직접 하나씩 정리</a:t>
            </a:r>
            <a:endParaRPr lang="en-US" sz="975" dirty="0"/>
          </a:p>
        </p:txBody>
      </p:sp>
      <p:sp>
        <p:nvSpPr>
          <p:cNvPr id="25" name="SK-2-text-24"/>
          <p:cNvSpPr/>
          <p:nvPr/>
        </p:nvSpPr>
        <p:spPr>
          <a:xfrm>
            <a:off x="8791575" y="3265736"/>
            <a:ext cx="196215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kern="0" spc="60" dirty="0">
                <a:solidFill>
                  <a:srgbClr val="E539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수작업</a:t>
            </a:r>
            <a:endParaRPr lang="en-US" sz="825" dirty="0"/>
          </a:p>
        </p:txBody>
      </p:sp>
      <p:sp>
        <p:nvSpPr>
          <p:cNvPr id="26" name="SK-2-text-25"/>
          <p:cNvSpPr/>
          <p:nvPr/>
        </p:nvSpPr>
        <p:spPr>
          <a:xfrm>
            <a:off x="8791575" y="3460998"/>
            <a:ext cx="1962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영수증 수기 정산</a:t>
            </a:r>
            <a:endParaRPr lang="en-US" sz="1200" dirty="0"/>
          </a:p>
        </p:txBody>
      </p:sp>
      <p:sp>
        <p:nvSpPr>
          <p:cNvPr id="27" name="SK-2-text-26"/>
          <p:cNvSpPr/>
          <p:nvPr/>
        </p:nvSpPr>
        <p:spPr>
          <a:xfrm>
            <a:off x="8791575" y="3718173"/>
            <a:ext cx="289941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종이 영수증 보관·수작업 엑셀 입력</a:t>
            </a:r>
            <a:endParaRPr lang="en-US" sz="975" dirty="0"/>
          </a:p>
        </p:txBody>
      </p:sp>
      <p:sp>
        <p:nvSpPr>
          <p:cNvPr id="28" name="SK-2-text-27"/>
          <p:cNvSpPr/>
          <p:nvPr/>
        </p:nvSpPr>
        <p:spPr>
          <a:xfrm>
            <a:off x="5124450" y="4367659"/>
            <a:ext cx="198120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kern="0" spc="60" dirty="0">
                <a:solidFill>
                  <a:srgbClr val="E539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비효율</a:t>
            </a:r>
            <a:endParaRPr lang="en-US" sz="825" dirty="0"/>
          </a:p>
        </p:txBody>
      </p:sp>
      <p:sp>
        <p:nvSpPr>
          <p:cNvPr id="29" name="SK-2-text-28"/>
          <p:cNvSpPr/>
          <p:nvPr/>
        </p:nvSpPr>
        <p:spPr>
          <a:xfrm>
            <a:off x="5124450" y="4562921"/>
            <a:ext cx="1981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수기 작성</a:t>
            </a:r>
            <a:endParaRPr lang="en-US" sz="1200" dirty="0"/>
          </a:p>
        </p:txBody>
      </p:sp>
      <p:sp>
        <p:nvSpPr>
          <p:cNvPr id="30" name="SK-2-text-29"/>
          <p:cNvSpPr/>
          <p:nvPr/>
        </p:nvSpPr>
        <p:spPr>
          <a:xfrm>
            <a:off x="5124450" y="4820096"/>
            <a:ext cx="304800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 복귀 후 긴 보고서를 직접 서술</a:t>
            </a:r>
            <a:endParaRPr lang="en-US" sz="975" dirty="0"/>
          </a:p>
        </p:txBody>
      </p:sp>
      <p:sp>
        <p:nvSpPr>
          <p:cNvPr id="31" name="SK-2-text-30"/>
          <p:cNvSpPr/>
          <p:nvPr/>
        </p:nvSpPr>
        <p:spPr>
          <a:xfrm>
            <a:off x="8791575" y="4367659"/>
            <a:ext cx="232410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kern="0" spc="60" dirty="0">
                <a:solidFill>
                  <a:srgbClr val="E539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 문제</a:t>
            </a:r>
            <a:endParaRPr lang="en-US" sz="825" dirty="0"/>
          </a:p>
        </p:txBody>
      </p:sp>
      <p:sp>
        <p:nvSpPr>
          <p:cNvPr id="32" name="SK-2-text-31"/>
          <p:cNvSpPr/>
          <p:nvPr/>
        </p:nvSpPr>
        <p:spPr>
          <a:xfrm>
            <a:off x="8791575" y="4562921"/>
            <a:ext cx="2324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근태 확인 불가</a:t>
            </a:r>
            <a:endParaRPr lang="en-US" sz="1200" dirty="0"/>
          </a:p>
        </p:txBody>
      </p:sp>
      <p:sp>
        <p:nvSpPr>
          <p:cNvPr id="33" name="SK-2-text-32"/>
          <p:cNvSpPr/>
          <p:nvPr/>
        </p:nvSpPr>
        <p:spPr>
          <a:xfrm>
            <a:off x="8791575" y="4820096"/>
            <a:ext cx="334518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관리자가 실시간으로 근무 여부 파악 불가</a:t>
            </a:r>
            <a:endParaRPr lang="en-US" sz="975" dirty="0"/>
          </a:p>
        </p:txBody>
      </p:sp>
      <p:sp>
        <p:nvSpPr>
          <p:cNvPr id="34" name="SK-2-text-33"/>
          <p:cNvSpPr/>
          <p:nvPr/>
        </p:nvSpPr>
        <p:spPr>
          <a:xfrm>
            <a:off x="9377363" y="5431482"/>
            <a:ext cx="2814638" cy="1857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D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O1BO가 이 모든 문제를 해결합니다</a:t>
            </a:r>
            <a:endParaRPr lang="en-US" sz="975" dirty="0"/>
          </a:p>
        </p:txBody>
      </p:sp>
      <p:sp>
        <p:nvSpPr>
          <p:cNvPr id="35" name="SK-2-text-34"/>
          <p:cNvSpPr/>
          <p:nvPr/>
        </p:nvSpPr>
        <p:spPr>
          <a:xfrm>
            <a:off x="11553825" y="6457950"/>
            <a:ext cx="638175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25000"/>
                  </a:srgbClr>
                </a:solidFill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11049000" cy="664815"/>
          </a:xfrm>
          <a:prstGeom prst="rect">
            <a:avLst/>
          </a:prstGeom>
        </p:spPr>
      </p:pic>
      <p:pic>
        <p:nvPicPr>
          <p:cNvPr id="5" name="SK-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36315"/>
            <a:ext cx="5429250" cy="4235797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426815"/>
            <a:ext cx="4972050" cy="352425"/>
          </a:xfrm>
          <a:prstGeom prst="rect">
            <a:avLst/>
          </a:prstGeom>
        </p:spPr>
      </p:pic>
      <p:pic>
        <p:nvPicPr>
          <p:cNvPr id="7" name="SK-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469678"/>
            <a:ext cx="214313" cy="171450"/>
          </a:xfrm>
          <a:prstGeom prst="rect">
            <a:avLst/>
          </a:prstGeom>
        </p:spPr>
      </p:pic>
      <p:pic>
        <p:nvPicPr>
          <p:cNvPr id="8" name="SK-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893540"/>
            <a:ext cx="4972050" cy="528638"/>
          </a:xfrm>
          <a:prstGeom prst="rect">
            <a:avLst/>
          </a:prstGeom>
        </p:spPr>
      </p:pic>
      <p:pic>
        <p:nvPicPr>
          <p:cNvPr id="9" name="SK-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1986409"/>
            <a:ext cx="342900" cy="342900"/>
          </a:xfrm>
          <a:prstGeom prst="rect">
            <a:avLst/>
          </a:prstGeom>
        </p:spPr>
      </p:pic>
      <p:pic>
        <p:nvPicPr>
          <p:cNvPr id="10" name="SK-3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" y="2081659"/>
            <a:ext cx="190500" cy="152400"/>
          </a:xfrm>
          <a:prstGeom prst="rect">
            <a:avLst/>
          </a:prstGeom>
        </p:spPr>
      </p:pic>
      <p:pic>
        <p:nvPicPr>
          <p:cNvPr id="11" name="SK-3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1600" y="1969740"/>
            <a:ext cx="419249" cy="161925"/>
          </a:xfrm>
          <a:prstGeom prst="rect">
            <a:avLst/>
          </a:prstGeom>
        </p:spPr>
      </p:pic>
      <p:pic>
        <p:nvPicPr>
          <p:cNvPr id="12" name="SK-3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2498378"/>
            <a:ext cx="4972050" cy="528638"/>
          </a:xfrm>
          <a:prstGeom prst="rect">
            <a:avLst/>
          </a:prstGeom>
        </p:spPr>
      </p:pic>
      <p:pic>
        <p:nvPicPr>
          <p:cNvPr id="13" name="SK-3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2591246"/>
            <a:ext cx="342900" cy="342900"/>
          </a:xfrm>
          <a:prstGeom prst="rect">
            <a:avLst/>
          </a:prstGeom>
        </p:spPr>
      </p:pic>
      <p:pic>
        <p:nvPicPr>
          <p:cNvPr id="14" name="SK-3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600" y="2686496"/>
            <a:ext cx="190500" cy="152400"/>
          </a:xfrm>
          <a:prstGeom prst="rect">
            <a:avLst/>
          </a:prstGeom>
        </p:spPr>
      </p:pic>
      <p:pic>
        <p:nvPicPr>
          <p:cNvPr id="15" name="SK-3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71600" y="2574578"/>
            <a:ext cx="419249" cy="161925"/>
          </a:xfrm>
          <a:prstGeom prst="rect">
            <a:avLst/>
          </a:prstGeom>
        </p:spPr>
      </p:pic>
      <p:pic>
        <p:nvPicPr>
          <p:cNvPr id="16" name="SK-3-img-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103215"/>
            <a:ext cx="4972050" cy="528638"/>
          </a:xfrm>
          <a:prstGeom prst="rect">
            <a:avLst/>
          </a:prstGeom>
        </p:spPr>
      </p:pic>
      <p:pic>
        <p:nvPicPr>
          <p:cNvPr id="17" name="SK-3-img-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3196084"/>
            <a:ext cx="342900" cy="342900"/>
          </a:xfrm>
          <a:prstGeom prst="rect">
            <a:avLst/>
          </a:prstGeom>
        </p:spPr>
      </p:pic>
      <p:pic>
        <p:nvPicPr>
          <p:cNvPr id="18" name="SK-3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0600" y="3291334"/>
            <a:ext cx="190500" cy="152400"/>
          </a:xfrm>
          <a:prstGeom prst="rect">
            <a:avLst/>
          </a:prstGeom>
        </p:spPr>
      </p:pic>
      <p:pic>
        <p:nvPicPr>
          <p:cNvPr id="19" name="SK-3-img-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1600" y="3179415"/>
            <a:ext cx="419249" cy="161925"/>
          </a:xfrm>
          <a:prstGeom prst="rect">
            <a:avLst/>
          </a:prstGeom>
        </p:spPr>
      </p:pic>
      <p:pic>
        <p:nvPicPr>
          <p:cNvPr id="20" name="SK-3-img-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3708053"/>
            <a:ext cx="4972050" cy="528638"/>
          </a:xfrm>
          <a:prstGeom prst="rect">
            <a:avLst/>
          </a:prstGeom>
        </p:spPr>
      </p:pic>
      <p:pic>
        <p:nvPicPr>
          <p:cNvPr id="21" name="SK-3-img-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3800921"/>
            <a:ext cx="342900" cy="342900"/>
          </a:xfrm>
          <a:prstGeom prst="rect">
            <a:avLst/>
          </a:prstGeom>
        </p:spPr>
      </p:pic>
      <p:pic>
        <p:nvPicPr>
          <p:cNvPr id="22" name="SK-3-img-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0600" y="3896171"/>
            <a:ext cx="190500" cy="152400"/>
          </a:xfrm>
          <a:prstGeom prst="rect">
            <a:avLst/>
          </a:prstGeom>
        </p:spPr>
      </p:pic>
      <p:pic>
        <p:nvPicPr>
          <p:cNvPr id="23" name="SK-3-img-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71600" y="3784253"/>
            <a:ext cx="419249" cy="161925"/>
          </a:xfrm>
          <a:prstGeom prst="rect">
            <a:avLst/>
          </a:prstGeom>
        </p:spPr>
      </p:pic>
      <p:pic>
        <p:nvPicPr>
          <p:cNvPr id="24" name="SK-3-img-2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236315"/>
            <a:ext cx="5429250" cy="4235797"/>
          </a:xfrm>
          <a:prstGeom prst="rect">
            <a:avLst/>
          </a:prstGeom>
        </p:spPr>
      </p:pic>
      <p:pic>
        <p:nvPicPr>
          <p:cNvPr id="25" name="SK-3-img-2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0" y="1426815"/>
            <a:ext cx="4972050" cy="352425"/>
          </a:xfrm>
          <a:prstGeom prst="rect">
            <a:avLst/>
          </a:prstGeom>
        </p:spPr>
      </p:pic>
      <p:pic>
        <p:nvPicPr>
          <p:cNvPr id="26" name="SK-3-img-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19850" y="1469678"/>
            <a:ext cx="214313" cy="171450"/>
          </a:xfrm>
          <a:prstGeom prst="rect">
            <a:avLst/>
          </a:prstGeom>
        </p:spPr>
      </p:pic>
      <p:pic>
        <p:nvPicPr>
          <p:cNvPr id="27" name="SK-3-img-2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850" y="1893540"/>
            <a:ext cx="4972050" cy="528638"/>
          </a:xfrm>
          <a:prstGeom prst="rect">
            <a:avLst/>
          </a:prstGeom>
        </p:spPr>
      </p:pic>
      <p:pic>
        <p:nvPicPr>
          <p:cNvPr id="28" name="SK-3-img-2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1986409"/>
            <a:ext cx="342900" cy="342900"/>
          </a:xfrm>
          <a:prstGeom prst="rect">
            <a:avLst/>
          </a:prstGeom>
        </p:spPr>
      </p:pic>
      <p:pic>
        <p:nvPicPr>
          <p:cNvPr id="29" name="SK-3-img-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10350" y="2081659"/>
            <a:ext cx="190500" cy="152400"/>
          </a:xfrm>
          <a:prstGeom prst="rect">
            <a:avLst/>
          </a:prstGeom>
        </p:spPr>
      </p:pic>
      <p:pic>
        <p:nvPicPr>
          <p:cNvPr id="30" name="SK-3-img-2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91350" y="1969740"/>
            <a:ext cx="397520" cy="161925"/>
          </a:xfrm>
          <a:prstGeom prst="rect">
            <a:avLst/>
          </a:prstGeom>
        </p:spPr>
      </p:pic>
      <p:pic>
        <p:nvPicPr>
          <p:cNvPr id="31" name="SK-3-img-3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9850" y="2498378"/>
            <a:ext cx="4972050" cy="528638"/>
          </a:xfrm>
          <a:prstGeom prst="rect">
            <a:avLst/>
          </a:prstGeom>
        </p:spPr>
      </p:pic>
      <p:pic>
        <p:nvPicPr>
          <p:cNvPr id="32" name="SK-3-img-3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4150" y="2591246"/>
            <a:ext cx="342900" cy="342900"/>
          </a:xfrm>
          <a:prstGeom prst="rect">
            <a:avLst/>
          </a:prstGeom>
        </p:spPr>
      </p:pic>
      <p:pic>
        <p:nvPicPr>
          <p:cNvPr id="33" name="SK-3-img-3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10350" y="2686496"/>
            <a:ext cx="190500" cy="152400"/>
          </a:xfrm>
          <a:prstGeom prst="rect">
            <a:avLst/>
          </a:prstGeom>
        </p:spPr>
      </p:pic>
      <p:pic>
        <p:nvPicPr>
          <p:cNvPr id="34" name="SK-3-img-3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91350" y="2574578"/>
            <a:ext cx="397520" cy="161925"/>
          </a:xfrm>
          <a:prstGeom prst="rect">
            <a:avLst/>
          </a:prstGeom>
        </p:spPr>
      </p:pic>
      <p:pic>
        <p:nvPicPr>
          <p:cNvPr id="35" name="SK-3-img-3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850" y="3103215"/>
            <a:ext cx="4972050" cy="528638"/>
          </a:xfrm>
          <a:prstGeom prst="rect">
            <a:avLst/>
          </a:prstGeom>
        </p:spPr>
      </p:pic>
      <p:pic>
        <p:nvPicPr>
          <p:cNvPr id="36" name="SK-3-img-3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3196084"/>
            <a:ext cx="342900" cy="342900"/>
          </a:xfrm>
          <a:prstGeom prst="rect">
            <a:avLst/>
          </a:prstGeom>
        </p:spPr>
      </p:pic>
      <p:pic>
        <p:nvPicPr>
          <p:cNvPr id="37" name="SK-3-img-3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10350" y="3291334"/>
            <a:ext cx="190500" cy="152400"/>
          </a:xfrm>
          <a:prstGeom prst="rect">
            <a:avLst/>
          </a:prstGeom>
        </p:spPr>
      </p:pic>
      <p:pic>
        <p:nvPicPr>
          <p:cNvPr id="38" name="SK-3-img-3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91350" y="3179415"/>
            <a:ext cx="397520" cy="161925"/>
          </a:xfrm>
          <a:prstGeom prst="rect">
            <a:avLst/>
          </a:prstGeom>
        </p:spPr>
      </p:pic>
      <p:pic>
        <p:nvPicPr>
          <p:cNvPr id="39" name="SK-3-img-3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9850" y="3708053"/>
            <a:ext cx="4972050" cy="528638"/>
          </a:xfrm>
          <a:prstGeom prst="rect">
            <a:avLst/>
          </a:prstGeom>
        </p:spPr>
      </p:pic>
      <p:pic>
        <p:nvPicPr>
          <p:cNvPr id="40" name="SK-3-img-3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4150" y="3800921"/>
            <a:ext cx="342900" cy="342900"/>
          </a:xfrm>
          <a:prstGeom prst="rect">
            <a:avLst/>
          </a:prstGeom>
        </p:spPr>
      </p:pic>
      <p:pic>
        <p:nvPicPr>
          <p:cNvPr id="41" name="SK-3-img-4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10350" y="3896171"/>
            <a:ext cx="190500" cy="152400"/>
          </a:xfrm>
          <a:prstGeom prst="rect">
            <a:avLst/>
          </a:prstGeom>
        </p:spPr>
      </p:pic>
      <p:pic>
        <p:nvPicPr>
          <p:cNvPr id="42" name="SK-3-img-4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91350" y="3784253"/>
            <a:ext cx="397520" cy="161925"/>
          </a:xfrm>
          <a:prstGeom prst="rect">
            <a:avLst/>
          </a:prstGeom>
        </p:spPr>
      </p:pic>
      <p:pic>
        <p:nvPicPr>
          <p:cNvPr id="43" name="SK-3-img-42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0" y="5624513"/>
            <a:ext cx="11049000" cy="928688"/>
          </a:xfrm>
          <a:prstGeom prst="rect">
            <a:avLst/>
          </a:prstGeom>
        </p:spPr>
      </p:pic>
      <p:pic>
        <p:nvPicPr>
          <p:cNvPr id="44" name="SK-3-img-43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43389" y="5757863"/>
            <a:ext cx="1533525" cy="661988"/>
          </a:xfrm>
          <a:prstGeom prst="rect">
            <a:avLst/>
          </a:prstGeom>
        </p:spPr>
      </p:pic>
      <p:sp>
        <p:nvSpPr>
          <p:cNvPr id="45" name="SK-3-text-44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007A78"/>
                </a:solidFill>
              </a:rPr>
              <a:t>PROJECT O1BO / FINAL REPORT</a:t>
            </a:r>
            <a:endParaRPr lang="en-US" sz="1050" dirty="0"/>
          </a:p>
        </p:txBody>
      </p:sp>
      <p:sp>
        <p:nvSpPr>
          <p:cNvPr id="46" name="SK-3-text-45"/>
          <p:cNvSpPr/>
          <p:nvPr/>
        </p:nvSpPr>
        <p:spPr>
          <a:xfrm>
            <a:off x="762000" y="657225"/>
            <a:ext cx="11020425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최종 요약</a:t>
            </a:r>
            <a:endParaRPr lang="en-US" sz="2550" dirty="0"/>
          </a:p>
        </p:txBody>
      </p:sp>
      <p:sp>
        <p:nvSpPr>
          <p:cNvPr id="47" name="SK-3-text-46"/>
          <p:cNvSpPr/>
          <p:nvPr/>
        </p:nvSpPr>
        <p:spPr>
          <a:xfrm>
            <a:off x="1109663" y="1426815"/>
            <a:ext cx="11144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기능</a:t>
            </a:r>
            <a:endParaRPr lang="en-US" sz="1350" dirty="0"/>
          </a:p>
        </p:txBody>
      </p:sp>
      <p:sp>
        <p:nvSpPr>
          <p:cNvPr id="48" name="SK-3-text-47"/>
          <p:cNvSpPr/>
          <p:nvPr/>
        </p:nvSpPr>
        <p:spPr>
          <a:xfrm>
            <a:off x="1428750" y="1969740"/>
            <a:ext cx="408753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DONE</a:t>
            </a:r>
            <a:endParaRPr lang="en-US" sz="750" dirty="0"/>
          </a:p>
        </p:txBody>
      </p:sp>
      <p:sp>
        <p:nvSpPr>
          <p:cNvPr id="49" name="SK-3-text-48"/>
          <p:cNvSpPr/>
          <p:nvPr/>
        </p:nvSpPr>
        <p:spPr>
          <a:xfrm>
            <a:off x="1371600" y="2131665"/>
            <a:ext cx="19621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일정 자동 생성</a:t>
            </a:r>
            <a:endParaRPr lang="en-US" sz="1125" dirty="0"/>
          </a:p>
        </p:txBody>
      </p:sp>
      <p:sp>
        <p:nvSpPr>
          <p:cNvPr id="50" name="SK-3-text-49"/>
          <p:cNvSpPr/>
          <p:nvPr/>
        </p:nvSpPr>
        <p:spPr>
          <a:xfrm>
            <a:off x="1428750" y="2574578"/>
            <a:ext cx="408753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DONE</a:t>
            </a:r>
            <a:endParaRPr lang="en-US" sz="750" dirty="0"/>
          </a:p>
        </p:txBody>
      </p:sp>
      <p:sp>
        <p:nvSpPr>
          <p:cNvPr id="51" name="SK-3-text-50"/>
          <p:cNvSpPr/>
          <p:nvPr/>
        </p:nvSpPr>
        <p:spPr>
          <a:xfrm>
            <a:off x="1371600" y="2736503"/>
            <a:ext cx="29337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NFC 2-Step 근태 검증</a:t>
            </a:r>
            <a:endParaRPr lang="en-US" sz="1125" dirty="0"/>
          </a:p>
        </p:txBody>
      </p:sp>
      <p:sp>
        <p:nvSpPr>
          <p:cNvPr id="52" name="SK-3-text-51"/>
          <p:cNvSpPr/>
          <p:nvPr/>
        </p:nvSpPr>
        <p:spPr>
          <a:xfrm>
            <a:off x="1428750" y="3179415"/>
            <a:ext cx="408753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DONE</a:t>
            </a:r>
            <a:endParaRPr lang="en-US" sz="750" dirty="0"/>
          </a:p>
        </p:txBody>
      </p:sp>
      <p:sp>
        <p:nvSpPr>
          <p:cNvPr id="53" name="SK-3-text-52"/>
          <p:cNvSpPr/>
          <p:nvPr/>
        </p:nvSpPr>
        <p:spPr>
          <a:xfrm>
            <a:off x="1371600" y="3341340"/>
            <a:ext cx="17907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카카오톡 문서 공유</a:t>
            </a:r>
            <a:endParaRPr lang="en-US" sz="1125" dirty="0"/>
          </a:p>
        </p:txBody>
      </p:sp>
      <p:sp>
        <p:nvSpPr>
          <p:cNvPr id="54" name="SK-3-text-53"/>
          <p:cNvSpPr/>
          <p:nvPr/>
        </p:nvSpPr>
        <p:spPr>
          <a:xfrm>
            <a:off x="1428750" y="3784253"/>
            <a:ext cx="408753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DONE</a:t>
            </a:r>
            <a:endParaRPr lang="en-US" sz="750" dirty="0"/>
          </a:p>
        </p:txBody>
      </p:sp>
      <p:sp>
        <p:nvSpPr>
          <p:cNvPr id="55" name="SK-3-text-54"/>
          <p:cNvSpPr/>
          <p:nvPr/>
        </p:nvSpPr>
        <p:spPr>
          <a:xfrm>
            <a:off x="1371600" y="3946178"/>
            <a:ext cx="16192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인터랙티브 온보딩</a:t>
            </a:r>
            <a:endParaRPr lang="en-US" sz="1125" dirty="0"/>
          </a:p>
        </p:txBody>
      </p:sp>
      <p:sp>
        <p:nvSpPr>
          <p:cNvPr id="56" name="SK-3-text-55"/>
          <p:cNvSpPr/>
          <p:nvPr/>
        </p:nvSpPr>
        <p:spPr>
          <a:xfrm>
            <a:off x="6729413" y="1426815"/>
            <a:ext cx="13201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로드맵</a:t>
            </a:r>
            <a:endParaRPr lang="en-US" sz="1350" dirty="0"/>
          </a:p>
        </p:txBody>
      </p:sp>
      <p:sp>
        <p:nvSpPr>
          <p:cNvPr id="57" name="SK-3-text-56"/>
          <p:cNvSpPr/>
          <p:nvPr/>
        </p:nvSpPr>
        <p:spPr>
          <a:xfrm>
            <a:off x="7048500" y="1969740"/>
            <a:ext cx="40194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C1C"/>
                </a:solidFill>
              </a:rPr>
              <a:t>NEXT</a:t>
            </a:r>
            <a:endParaRPr lang="en-US" sz="750" dirty="0"/>
          </a:p>
        </p:txBody>
      </p:sp>
      <p:sp>
        <p:nvSpPr>
          <p:cNvPr id="58" name="SK-3-text-57"/>
          <p:cNvSpPr/>
          <p:nvPr/>
        </p:nvSpPr>
        <p:spPr>
          <a:xfrm>
            <a:off x="6991350" y="2131665"/>
            <a:ext cx="21336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PWA 오프라인 동기화</a:t>
            </a:r>
            <a:endParaRPr lang="en-US" sz="1125" dirty="0"/>
          </a:p>
        </p:txBody>
      </p:sp>
      <p:sp>
        <p:nvSpPr>
          <p:cNvPr id="59" name="SK-3-text-58"/>
          <p:cNvSpPr/>
          <p:nvPr/>
        </p:nvSpPr>
        <p:spPr>
          <a:xfrm>
            <a:off x="7048500" y="2574578"/>
            <a:ext cx="40194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C1C"/>
                </a:solidFill>
              </a:rPr>
              <a:t>NEXT</a:t>
            </a:r>
            <a:endParaRPr lang="en-US" sz="750" dirty="0"/>
          </a:p>
        </p:txBody>
      </p:sp>
      <p:sp>
        <p:nvSpPr>
          <p:cNvPr id="60" name="SK-3-text-59"/>
          <p:cNvSpPr/>
          <p:nvPr/>
        </p:nvSpPr>
        <p:spPr>
          <a:xfrm>
            <a:off x="6991350" y="2736503"/>
            <a:ext cx="23050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네이티브 NFC 플러그인</a:t>
            </a:r>
            <a:endParaRPr lang="en-US" sz="1125" dirty="0"/>
          </a:p>
        </p:txBody>
      </p:sp>
      <p:sp>
        <p:nvSpPr>
          <p:cNvPr id="61" name="SK-3-text-60"/>
          <p:cNvSpPr/>
          <p:nvPr/>
        </p:nvSpPr>
        <p:spPr>
          <a:xfrm>
            <a:off x="7048500" y="3179415"/>
            <a:ext cx="40194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C1C"/>
                </a:solidFill>
              </a:rPr>
              <a:t>NEXT</a:t>
            </a:r>
            <a:endParaRPr lang="en-US" sz="750" dirty="0"/>
          </a:p>
        </p:txBody>
      </p:sp>
      <p:sp>
        <p:nvSpPr>
          <p:cNvPr id="62" name="SK-3-text-61"/>
          <p:cNvSpPr/>
          <p:nvPr/>
        </p:nvSpPr>
        <p:spPr>
          <a:xfrm>
            <a:off x="6991350" y="3341340"/>
            <a:ext cx="19621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경비 이상 탐지</a:t>
            </a:r>
            <a:endParaRPr lang="en-US" sz="1125" dirty="0"/>
          </a:p>
        </p:txBody>
      </p:sp>
      <p:sp>
        <p:nvSpPr>
          <p:cNvPr id="63" name="SK-3-text-62"/>
          <p:cNvSpPr/>
          <p:nvPr/>
        </p:nvSpPr>
        <p:spPr>
          <a:xfrm>
            <a:off x="7048500" y="3784253"/>
            <a:ext cx="40194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C1C"/>
                </a:solidFill>
              </a:rPr>
              <a:t>NEXT</a:t>
            </a:r>
            <a:endParaRPr lang="en-US" sz="750" dirty="0"/>
          </a:p>
        </p:txBody>
      </p:sp>
      <p:sp>
        <p:nvSpPr>
          <p:cNvPr id="64" name="SK-3-text-63"/>
          <p:cNvSpPr/>
          <p:nvPr/>
        </p:nvSpPr>
        <p:spPr>
          <a:xfrm>
            <a:off x="6991350" y="3946178"/>
            <a:ext cx="19621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 프로덕션 등록</a:t>
            </a:r>
            <a:endParaRPr lang="en-US" sz="1125" dirty="0"/>
          </a:p>
        </p:txBody>
      </p:sp>
      <p:sp>
        <p:nvSpPr>
          <p:cNvPr id="65" name="SK-3-text-64"/>
          <p:cNvSpPr/>
          <p:nvPr/>
        </p:nvSpPr>
        <p:spPr>
          <a:xfrm>
            <a:off x="2030313" y="5757863"/>
            <a:ext cx="234696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00A86B"/>
                </a:solidFill>
              </a:rPr>
              <a:t>100%</a:t>
            </a:r>
            <a:endParaRPr lang="en-US" sz="2400" dirty="0"/>
          </a:p>
        </p:txBody>
      </p:sp>
      <p:sp>
        <p:nvSpPr>
          <p:cNvPr id="66" name="SK-3-text-65"/>
          <p:cNvSpPr/>
          <p:nvPr/>
        </p:nvSpPr>
        <p:spPr>
          <a:xfrm>
            <a:off x="2130326" y="6234113"/>
            <a:ext cx="8191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통과</a:t>
            </a:r>
            <a:endParaRPr lang="en-US" sz="975" dirty="0"/>
          </a:p>
        </p:txBody>
      </p:sp>
      <p:sp>
        <p:nvSpPr>
          <p:cNvPr id="67" name="SK-3-text-66"/>
          <p:cNvSpPr/>
          <p:nvPr/>
        </p:nvSpPr>
        <p:spPr>
          <a:xfrm>
            <a:off x="5848201" y="5757863"/>
            <a:ext cx="234696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00A86B"/>
                </a:solidFill>
              </a:rPr>
              <a:t>100%</a:t>
            </a:r>
            <a:endParaRPr lang="en-US" sz="2400" dirty="0"/>
          </a:p>
        </p:txBody>
      </p:sp>
      <p:sp>
        <p:nvSpPr>
          <p:cNvPr id="68" name="SK-3-text-67"/>
          <p:cNvSpPr/>
          <p:nvPr/>
        </p:nvSpPr>
        <p:spPr>
          <a:xfrm>
            <a:off x="5824389" y="6234113"/>
            <a:ext cx="111633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테스트</a:t>
            </a:r>
            <a:endParaRPr lang="en-US" sz="975" dirty="0"/>
          </a:p>
        </p:txBody>
      </p:sp>
      <p:sp>
        <p:nvSpPr>
          <p:cNvPr id="69" name="SK-3-text-68"/>
          <p:cNvSpPr/>
          <p:nvPr/>
        </p:nvSpPr>
        <p:spPr>
          <a:xfrm>
            <a:off x="9732764" y="5757863"/>
            <a:ext cx="112776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007A78"/>
                </a:solidFill>
              </a:rPr>
              <a:t>0%</a:t>
            </a:r>
            <a:endParaRPr lang="en-US" sz="2400" dirty="0"/>
          </a:p>
        </p:txBody>
      </p:sp>
      <p:sp>
        <p:nvSpPr>
          <p:cNvPr id="70" name="SK-3-text-69"/>
          <p:cNvSpPr/>
          <p:nvPr/>
        </p:nvSpPr>
        <p:spPr>
          <a:xfrm>
            <a:off x="9666089" y="6234113"/>
            <a:ext cx="67056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크래시율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11049000" cy="664815"/>
          </a:xfrm>
          <a:prstGeom prst="rect">
            <a:avLst/>
          </a:prstGeom>
        </p:spPr>
      </p:pic>
      <p:pic>
        <p:nvPicPr>
          <p:cNvPr id="5" name="SK-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646908"/>
            <a:ext cx="4267200" cy="2514600"/>
          </a:xfrm>
          <a:prstGeom prst="rect">
            <a:avLst/>
          </a:prstGeom>
        </p:spPr>
      </p:pic>
      <p:pic>
        <p:nvPicPr>
          <p:cNvPr id="6" name="SK-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3018383"/>
            <a:ext cx="333375" cy="266700"/>
          </a:xfrm>
          <a:prstGeom prst="rect">
            <a:avLst/>
          </a:prstGeom>
        </p:spPr>
      </p:pic>
      <p:pic>
        <p:nvPicPr>
          <p:cNvPr id="7" name="SK-4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4113758"/>
            <a:ext cx="1447800" cy="314325"/>
          </a:xfrm>
          <a:prstGeom prst="rect">
            <a:avLst/>
          </a:prstGeom>
        </p:spPr>
      </p:pic>
      <p:pic>
        <p:nvPicPr>
          <p:cNvPr id="8" name="SK-4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8400" y="4113758"/>
            <a:ext cx="1219200" cy="314325"/>
          </a:xfrm>
          <a:prstGeom prst="rect">
            <a:avLst/>
          </a:prstGeom>
        </p:spPr>
      </p:pic>
      <p:pic>
        <p:nvPicPr>
          <p:cNvPr id="9" name="SK-4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300" y="4542383"/>
            <a:ext cx="838200" cy="314325"/>
          </a:xfrm>
          <a:prstGeom prst="rect">
            <a:avLst/>
          </a:prstGeom>
        </p:spPr>
      </p:pic>
      <p:pic>
        <p:nvPicPr>
          <p:cNvPr id="10" name="SK-4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0" y="4542383"/>
            <a:ext cx="1219200" cy="314325"/>
          </a:xfrm>
          <a:prstGeom prst="rect">
            <a:avLst/>
          </a:prstGeom>
        </p:spPr>
      </p:pic>
      <p:pic>
        <p:nvPicPr>
          <p:cNvPr id="11" name="SK-4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9700" y="1331565"/>
            <a:ext cx="3105150" cy="2477393"/>
          </a:xfrm>
          <a:prstGeom prst="rect">
            <a:avLst/>
          </a:prstGeom>
        </p:spPr>
      </p:pic>
      <p:pic>
        <p:nvPicPr>
          <p:cNvPr id="12" name="SK-4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48300" y="1560165"/>
            <a:ext cx="457200" cy="457200"/>
          </a:xfrm>
          <a:prstGeom prst="rect">
            <a:avLst/>
          </a:prstGeom>
        </p:spPr>
      </p:pic>
      <p:pic>
        <p:nvPicPr>
          <p:cNvPr id="13" name="SK-4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57838" y="1693515"/>
            <a:ext cx="238125" cy="190500"/>
          </a:xfrm>
          <a:prstGeom prst="rect">
            <a:avLst/>
          </a:prstGeom>
        </p:spPr>
      </p:pic>
      <p:pic>
        <p:nvPicPr>
          <p:cNvPr id="14" name="SK-4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5350" y="1331565"/>
            <a:ext cx="3105150" cy="2477393"/>
          </a:xfrm>
          <a:prstGeom prst="rect">
            <a:avLst/>
          </a:prstGeom>
        </p:spPr>
      </p:pic>
      <p:pic>
        <p:nvPicPr>
          <p:cNvPr id="15" name="SK-4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43950" y="1560165"/>
            <a:ext cx="457200" cy="457200"/>
          </a:xfrm>
          <a:prstGeom prst="rect">
            <a:avLst/>
          </a:prstGeom>
        </p:spPr>
      </p:pic>
      <p:pic>
        <p:nvPicPr>
          <p:cNvPr id="16" name="SK-4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53488" y="1693515"/>
            <a:ext cx="238125" cy="190500"/>
          </a:xfrm>
          <a:prstGeom prst="rect">
            <a:avLst/>
          </a:prstGeom>
        </p:spPr>
      </p:pic>
      <p:pic>
        <p:nvPicPr>
          <p:cNvPr id="17" name="SK-4-img-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9700" y="3999458"/>
            <a:ext cx="3105150" cy="2477542"/>
          </a:xfrm>
          <a:prstGeom prst="rect">
            <a:avLst/>
          </a:prstGeom>
        </p:spPr>
      </p:pic>
      <p:pic>
        <p:nvPicPr>
          <p:cNvPr id="18" name="SK-4-img-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48300" y="4228058"/>
            <a:ext cx="457200" cy="457200"/>
          </a:xfrm>
          <a:prstGeom prst="rect">
            <a:avLst/>
          </a:prstGeom>
        </p:spPr>
      </p:pic>
      <p:pic>
        <p:nvPicPr>
          <p:cNvPr id="19" name="SK-4-img-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57838" y="4361408"/>
            <a:ext cx="238125" cy="190500"/>
          </a:xfrm>
          <a:prstGeom prst="rect">
            <a:avLst/>
          </a:prstGeom>
        </p:spPr>
      </p:pic>
      <p:pic>
        <p:nvPicPr>
          <p:cNvPr id="20" name="SK-4-img-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5350" y="3999458"/>
            <a:ext cx="3105150" cy="2477542"/>
          </a:xfrm>
          <a:prstGeom prst="rect">
            <a:avLst/>
          </a:prstGeom>
        </p:spPr>
      </p:pic>
      <p:pic>
        <p:nvPicPr>
          <p:cNvPr id="21" name="SK-4-img-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43950" y="4228058"/>
            <a:ext cx="457200" cy="457200"/>
          </a:xfrm>
          <a:prstGeom prst="rect">
            <a:avLst/>
          </a:prstGeom>
        </p:spPr>
      </p:pic>
      <p:pic>
        <p:nvPicPr>
          <p:cNvPr id="22" name="SK-4-img-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53488" y="4361408"/>
            <a:ext cx="238125" cy="190500"/>
          </a:xfrm>
          <a:prstGeom prst="rect">
            <a:avLst/>
          </a:prstGeom>
        </p:spPr>
      </p:pic>
      <p:sp>
        <p:nvSpPr>
          <p:cNvPr id="23" name="SK-4-text-22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007A78"/>
                </a:solidFill>
              </a:rPr>
              <a:t>PROJECT O1BO / FINAL REPORT</a:t>
            </a:r>
            <a:endParaRPr lang="en-US" sz="1050" dirty="0"/>
          </a:p>
        </p:txBody>
      </p:sp>
      <p:sp>
        <p:nvSpPr>
          <p:cNvPr id="24" name="SK-4-text-23"/>
          <p:cNvSpPr/>
          <p:nvPr/>
        </p:nvSpPr>
        <p:spPr>
          <a:xfrm>
            <a:off x="762000" y="657225"/>
            <a:ext cx="11020425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전체 개발 개요</a:t>
            </a:r>
            <a:endParaRPr lang="en-US" sz="2550" dirty="0"/>
          </a:p>
        </p:txBody>
      </p:sp>
      <p:sp>
        <p:nvSpPr>
          <p:cNvPr id="25" name="SK-4-text-24"/>
          <p:cNvSpPr/>
          <p:nvPr/>
        </p:nvSpPr>
        <p:spPr>
          <a:xfrm>
            <a:off x="1323975" y="2951708"/>
            <a:ext cx="365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 핵심 컨셉</a:t>
            </a:r>
            <a:endParaRPr lang="en-US" sz="2100" dirty="0"/>
          </a:p>
        </p:txBody>
      </p:sp>
      <p:sp>
        <p:nvSpPr>
          <p:cNvPr id="26" name="SK-4-text-25"/>
          <p:cNvSpPr/>
          <p:nvPr/>
        </p:nvSpPr>
        <p:spPr>
          <a:xfrm>
            <a:off x="876300" y="3504158"/>
            <a:ext cx="365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AI</a:t>
            </a:r>
            <a:r>
              <a:rPr lang="en-US" sz="112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</a:t>
            </a:r>
            <a:r>
              <a:rPr lang="en-US" sz="1125" b="1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모바일</a:t>
            </a:r>
            <a:r>
              <a:rPr lang="en-US" sz="112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결합한</a:t>
            </a:r>
            <a:endParaRPr lang="en-US" sz="1125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2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프라이버시 최우선 스마트 출장 솔루션</a:t>
            </a:r>
            <a:endParaRPr lang="en-US" sz="1125" dirty="0"/>
          </a:p>
        </p:txBody>
      </p:sp>
      <p:sp>
        <p:nvSpPr>
          <p:cNvPr id="27" name="SK-4-text-26"/>
          <p:cNvSpPr/>
          <p:nvPr/>
        </p:nvSpPr>
        <p:spPr>
          <a:xfrm>
            <a:off x="990600" y="4113758"/>
            <a:ext cx="2411931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7A78"/>
                </a:solidFill>
              </a:rPr>
              <a:t>Gemini 3.5 Flash</a:t>
            </a:r>
            <a:endParaRPr lang="en-US" sz="1050" dirty="0"/>
          </a:p>
        </p:txBody>
      </p:sp>
      <p:sp>
        <p:nvSpPr>
          <p:cNvPr id="28" name="SK-4-text-27"/>
          <p:cNvSpPr/>
          <p:nvPr/>
        </p:nvSpPr>
        <p:spPr>
          <a:xfrm>
            <a:off x="2552700" y="4113758"/>
            <a:ext cx="1766411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7A78"/>
                </a:solidFill>
              </a:rPr>
              <a:t>Hybrid Mobile</a:t>
            </a:r>
            <a:endParaRPr lang="en-US" sz="1050" dirty="0"/>
          </a:p>
        </p:txBody>
      </p:sp>
      <p:sp>
        <p:nvSpPr>
          <p:cNvPr id="29" name="SK-4-text-28"/>
          <p:cNvSpPr/>
          <p:nvPr/>
        </p:nvSpPr>
        <p:spPr>
          <a:xfrm>
            <a:off x="990600" y="4542383"/>
            <a:ext cx="100722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7A78"/>
                </a:solidFill>
              </a:rPr>
              <a:t>NFC Auth</a:t>
            </a:r>
            <a:endParaRPr lang="en-US" sz="1050" dirty="0"/>
          </a:p>
        </p:txBody>
      </p:sp>
      <p:sp>
        <p:nvSpPr>
          <p:cNvPr id="30" name="SK-4-text-29"/>
          <p:cNvSpPr/>
          <p:nvPr/>
        </p:nvSpPr>
        <p:spPr>
          <a:xfrm>
            <a:off x="1943100" y="4542383"/>
            <a:ext cx="1766411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7A78"/>
                </a:solidFill>
              </a:rPr>
              <a:t>Privacy-First</a:t>
            </a:r>
            <a:endParaRPr lang="en-US" sz="1050" dirty="0"/>
          </a:p>
        </p:txBody>
      </p:sp>
      <p:sp>
        <p:nvSpPr>
          <p:cNvPr id="31" name="SK-4-text-30"/>
          <p:cNvSpPr/>
          <p:nvPr/>
        </p:nvSpPr>
        <p:spPr>
          <a:xfrm>
            <a:off x="5448300" y="2207865"/>
            <a:ext cx="272891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근태 검증</a:t>
            </a:r>
            <a:endParaRPr lang="en-US" sz="1275" dirty="0"/>
          </a:p>
        </p:txBody>
      </p:sp>
      <p:sp>
        <p:nvSpPr>
          <p:cNvPr id="32" name="SK-4-text-31"/>
          <p:cNvSpPr/>
          <p:nvPr/>
        </p:nvSpPr>
        <p:spPr>
          <a:xfrm>
            <a:off x="5448300" y="2565053"/>
            <a:ext cx="27241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실시간 대시보드</a:t>
            </a:r>
            <a:endParaRPr lang="en-US" sz="975" dirty="0"/>
          </a:p>
        </p:txBody>
      </p:sp>
      <p:sp>
        <p:nvSpPr>
          <p:cNvPr id="33" name="SK-4-text-32"/>
          <p:cNvSpPr/>
          <p:nvPr/>
        </p:nvSpPr>
        <p:spPr>
          <a:xfrm>
            <a:off x="8743950" y="2207865"/>
            <a:ext cx="272891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프라이버시 격리</a:t>
            </a:r>
            <a:endParaRPr lang="en-US" sz="1275" dirty="0"/>
          </a:p>
        </p:txBody>
      </p:sp>
      <p:sp>
        <p:nvSpPr>
          <p:cNvPr id="34" name="SK-4-text-33"/>
          <p:cNvSpPr/>
          <p:nvPr/>
        </p:nvSpPr>
        <p:spPr>
          <a:xfrm>
            <a:off x="8743950" y="2565053"/>
            <a:ext cx="27241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철저한 암호화 보장</a:t>
            </a:r>
            <a:endParaRPr lang="en-US" sz="975" dirty="0"/>
          </a:p>
        </p:txBody>
      </p:sp>
      <p:sp>
        <p:nvSpPr>
          <p:cNvPr id="35" name="SK-4-text-34"/>
          <p:cNvSpPr/>
          <p:nvPr/>
        </p:nvSpPr>
        <p:spPr>
          <a:xfrm>
            <a:off x="5448300" y="4875758"/>
            <a:ext cx="272891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NFC 하드웨어 인증</a:t>
            </a:r>
            <a:endParaRPr lang="en-US" sz="1275" dirty="0"/>
          </a:p>
        </p:txBody>
      </p:sp>
      <p:sp>
        <p:nvSpPr>
          <p:cNvPr id="36" name="SK-4-text-35"/>
          <p:cNvSpPr/>
          <p:nvPr/>
        </p:nvSpPr>
        <p:spPr>
          <a:xfrm>
            <a:off x="5448300" y="5232946"/>
            <a:ext cx="27241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GPS + NFC 2중 검증</a:t>
            </a:r>
            <a:endParaRPr lang="en-US" sz="975" dirty="0"/>
          </a:p>
        </p:txBody>
      </p:sp>
      <p:sp>
        <p:nvSpPr>
          <p:cNvPr id="37" name="SK-4-text-36"/>
          <p:cNvSpPr/>
          <p:nvPr/>
        </p:nvSpPr>
        <p:spPr>
          <a:xfrm>
            <a:off x="8743950" y="4875758"/>
            <a:ext cx="272891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자동화</a:t>
            </a:r>
            <a:endParaRPr lang="en-US" sz="1275" dirty="0"/>
          </a:p>
        </p:txBody>
      </p:sp>
      <p:sp>
        <p:nvSpPr>
          <p:cNvPr id="38" name="SK-4-text-37"/>
          <p:cNvSpPr/>
          <p:nvPr/>
        </p:nvSpPr>
        <p:spPr>
          <a:xfrm>
            <a:off x="8743950" y="5232946"/>
            <a:ext cx="27241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보고서 · 카카오 연동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"/>
            <a:ext cx="11049000" cy="664815"/>
          </a:xfrm>
          <a:prstGeom prst="rect">
            <a:avLst/>
          </a:prstGeom>
        </p:spPr>
      </p:pic>
      <p:pic>
        <p:nvPicPr>
          <p:cNvPr id="5" name="SK-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198215"/>
            <a:ext cx="4935736" cy="2601367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379190"/>
            <a:ext cx="419100" cy="419100"/>
          </a:xfrm>
          <a:prstGeom prst="rect">
            <a:avLst/>
          </a:prstGeom>
        </p:spPr>
      </p:pic>
      <p:pic>
        <p:nvPicPr>
          <p:cNvPr id="7" name="SK-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681" y="1482030"/>
            <a:ext cx="261937" cy="213420"/>
          </a:xfrm>
          <a:prstGeom prst="rect">
            <a:avLst/>
          </a:prstGeom>
        </p:spPr>
      </p:pic>
      <p:pic>
        <p:nvPicPr>
          <p:cNvPr id="8" name="SK-5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936403"/>
            <a:ext cx="142875" cy="114300"/>
          </a:xfrm>
          <a:prstGeom prst="rect">
            <a:avLst/>
          </a:prstGeom>
        </p:spPr>
      </p:pic>
      <p:pic>
        <p:nvPicPr>
          <p:cNvPr id="9" name="SK-5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212628"/>
            <a:ext cx="142875" cy="114300"/>
          </a:xfrm>
          <a:prstGeom prst="rect">
            <a:avLst/>
          </a:prstGeom>
        </p:spPr>
      </p:pic>
      <p:pic>
        <p:nvPicPr>
          <p:cNvPr id="10" name="SK-5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951982"/>
            <a:ext cx="4935736" cy="2601367"/>
          </a:xfrm>
          <a:prstGeom prst="rect">
            <a:avLst/>
          </a:prstGeom>
        </p:spPr>
      </p:pic>
      <p:pic>
        <p:nvPicPr>
          <p:cNvPr id="11" name="SK-5-img-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132957"/>
            <a:ext cx="419100" cy="419100"/>
          </a:xfrm>
          <a:prstGeom prst="rect">
            <a:avLst/>
          </a:prstGeom>
        </p:spPr>
      </p:pic>
      <p:pic>
        <p:nvPicPr>
          <p:cNvPr id="12" name="SK-5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681" y="4235797"/>
            <a:ext cx="261937" cy="213420"/>
          </a:xfrm>
          <a:prstGeom prst="rect">
            <a:avLst/>
          </a:prstGeom>
        </p:spPr>
      </p:pic>
      <p:pic>
        <p:nvPicPr>
          <p:cNvPr id="13" name="SK-5-img-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690170"/>
            <a:ext cx="142875" cy="114300"/>
          </a:xfrm>
          <a:prstGeom prst="rect">
            <a:avLst/>
          </a:prstGeom>
        </p:spPr>
      </p:pic>
      <p:pic>
        <p:nvPicPr>
          <p:cNvPr id="14" name="SK-5-img-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966395"/>
            <a:ext cx="142875" cy="114300"/>
          </a:xfrm>
          <a:prstGeom prst="rect">
            <a:avLst/>
          </a:prstGeom>
        </p:spPr>
      </p:pic>
      <p:pic>
        <p:nvPicPr>
          <p:cNvPr id="15" name="SK-5-img-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97736" y="1198215"/>
            <a:ext cx="5922764" cy="5354985"/>
          </a:xfrm>
          <a:prstGeom prst="rect">
            <a:avLst/>
          </a:prstGeom>
        </p:spPr>
      </p:pic>
      <p:pic>
        <p:nvPicPr>
          <p:cNvPr id="16" name="SK-5-img-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26336" y="1679228"/>
            <a:ext cx="5465564" cy="1825526"/>
          </a:xfrm>
          <a:prstGeom prst="rect">
            <a:avLst/>
          </a:prstGeom>
        </p:spPr>
      </p:pic>
      <p:pic>
        <p:nvPicPr>
          <p:cNvPr id="17" name="SK-5-img-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59686" y="1793528"/>
            <a:ext cx="266700" cy="266700"/>
          </a:xfrm>
          <a:prstGeom prst="rect">
            <a:avLst/>
          </a:prstGeom>
        </p:spPr>
      </p:pic>
      <p:pic>
        <p:nvPicPr>
          <p:cNvPr id="18" name="SK-5-img-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9261" y="1847701"/>
            <a:ext cx="190500" cy="152400"/>
          </a:xfrm>
          <a:prstGeom prst="rect">
            <a:avLst/>
          </a:prstGeom>
        </p:spPr>
      </p:pic>
      <p:pic>
        <p:nvPicPr>
          <p:cNvPr id="19" name="SK-5-img-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69261" y="2281089"/>
            <a:ext cx="1628775" cy="209550"/>
          </a:xfrm>
          <a:prstGeom prst="rect">
            <a:avLst/>
          </a:prstGeom>
        </p:spPr>
      </p:pic>
      <p:pic>
        <p:nvPicPr>
          <p:cNvPr id="20" name="SK-5-img-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51962" y="3600004"/>
            <a:ext cx="214313" cy="175320"/>
          </a:xfrm>
          <a:prstGeom prst="rect">
            <a:avLst/>
          </a:prstGeom>
        </p:spPr>
      </p:pic>
      <p:pic>
        <p:nvPicPr>
          <p:cNvPr id="21" name="SK-5-img-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26336" y="3870573"/>
            <a:ext cx="5465564" cy="1825526"/>
          </a:xfrm>
          <a:prstGeom prst="rect">
            <a:avLst/>
          </a:prstGeom>
        </p:spPr>
      </p:pic>
      <p:pic>
        <p:nvPicPr>
          <p:cNvPr id="22" name="SK-5-img-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59686" y="3984873"/>
            <a:ext cx="266700" cy="266700"/>
          </a:xfrm>
          <a:prstGeom prst="rect">
            <a:avLst/>
          </a:prstGeom>
        </p:spPr>
      </p:pic>
      <p:pic>
        <p:nvPicPr>
          <p:cNvPr id="23" name="SK-5-img-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69261" y="4039046"/>
            <a:ext cx="190500" cy="152400"/>
          </a:xfrm>
          <a:prstGeom prst="rect">
            <a:avLst/>
          </a:prstGeom>
        </p:spPr>
      </p:pic>
      <p:pic>
        <p:nvPicPr>
          <p:cNvPr id="24" name="SK-5-img-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69261" y="4472434"/>
            <a:ext cx="1628775" cy="209550"/>
          </a:xfrm>
          <a:prstGeom prst="rect">
            <a:avLst/>
          </a:prstGeom>
        </p:spPr>
      </p:pic>
      <p:pic>
        <p:nvPicPr>
          <p:cNvPr id="25" name="SK-5-img-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26336" y="5791349"/>
            <a:ext cx="5465564" cy="581025"/>
          </a:xfrm>
          <a:prstGeom prst="rect">
            <a:avLst/>
          </a:prstGeom>
        </p:spPr>
      </p:pic>
      <p:pic>
        <p:nvPicPr>
          <p:cNvPr id="26" name="SK-5-img-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59686" y="5934373"/>
            <a:ext cx="166688" cy="137220"/>
          </a:xfrm>
          <a:prstGeom prst="rect">
            <a:avLst/>
          </a:prstGeom>
        </p:spPr>
      </p:pic>
      <p:pic>
        <p:nvPicPr>
          <p:cNvPr id="27" name="SK-5-img-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96500" y="5958036"/>
            <a:ext cx="1162050" cy="247650"/>
          </a:xfrm>
          <a:prstGeom prst="rect">
            <a:avLst/>
          </a:prstGeom>
        </p:spPr>
      </p:pic>
      <p:pic>
        <p:nvPicPr>
          <p:cNvPr id="28" name="SK-5-img-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91750" y="6024711"/>
            <a:ext cx="142875" cy="114300"/>
          </a:xfrm>
          <a:prstGeom prst="rect">
            <a:avLst/>
          </a:prstGeom>
        </p:spPr>
      </p:pic>
      <p:sp>
        <p:nvSpPr>
          <p:cNvPr id="29" name="SK-5-text-28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007A78"/>
                </a:solidFill>
              </a:rPr>
              <a:t>PROJECT O1BO / FINAL REPORT</a:t>
            </a:r>
            <a:endParaRPr lang="en-US" sz="1050" dirty="0"/>
          </a:p>
        </p:txBody>
      </p:sp>
      <p:sp>
        <p:nvSpPr>
          <p:cNvPr id="30" name="SK-5-text-29"/>
          <p:cNvSpPr/>
          <p:nvPr/>
        </p:nvSpPr>
        <p:spPr>
          <a:xfrm>
            <a:off x="762000" y="581025"/>
            <a:ext cx="11020425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강화 및 NFC 보안 시스템</a:t>
            </a:r>
            <a:endParaRPr lang="en-US" sz="2550" dirty="0"/>
          </a:p>
        </p:txBody>
      </p:sp>
      <p:sp>
        <p:nvSpPr>
          <p:cNvPr id="31" name="SK-5-text-30"/>
          <p:cNvSpPr/>
          <p:nvPr/>
        </p:nvSpPr>
        <p:spPr>
          <a:xfrm>
            <a:off x="1333500" y="1453009"/>
            <a:ext cx="204501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인터랙티브 온보딩</a:t>
            </a:r>
            <a:endParaRPr lang="en-US" sz="1425" dirty="0"/>
          </a:p>
        </p:txBody>
      </p:sp>
      <p:sp>
        <p:nvSpPr>
          <p:cNvPr id="32" name="SK-5-text-31"/>
          <p:cNvSpPr/>
          <p:nvPr/>
        </p:nvSpPr>
        <p:spPr>
          <a:xfrm>
            <a:off x="1019175" y="1893540"/>
            <a:ext cx="4478536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 글라스모피즘 튜토리얼</a:t>
            </a:r>
            <a:endParaRPr lang="en-US" sz="1050" dirty="0"/>
          </a:p>
        </p:txBody>
      </p:sp>
      <p:sp>
        <p:nvSpPr>
          <p:cNvPr id="33" name="SK-5-text-32"/>
          <p:cNvSpPr/>
          <p:nvPr/>
        </p:nvSpPr>
        <p:spPr>
          <a:xfrm>
            <a:off x="1019175" y="2169765"/>
            <a:ext cx="4478536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localStorage 완료 상태 동기화</a:t>
            </a:r>
            <a:endParaRPr lang="en-US" sz="1050" dirty="0"/>
          </a:p>
        </p:txBody>
      </p:sp>
      <p:sp>
        <p:nvSpPr>
          <p:cNvPr id="34" name="SK-5-text-33"/>
          <p:cNvSpPr/>
          <p:nvPr/>
        </p:nvSpPr>
        <p:spPr>
          <a:xfrm>
            <a:off x="1333500" y="4206776"/>
            <a:ext cx="204501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도움말 센터</a:t>
            </a:r>
            <a:endParaRPr lang="en-US" sz="1425" dirty="0"/>
          </a:p>
        </p:txBody>
      </p:sp>
      <p:sp>
        <p:nvSpPr>
          <p:cNvPr id="35" name="SK-5-text-34"/>
          <p:cNvSpPr/>
          <p:nvPr/>
        </p:nvSpPr>
        <p:spPr>
          <a:xfrm>
            <a:off x="1019175" y="4647307"/>
            <a:ext cx="4478536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기능별 통합 안내 섹션</a:t>
            </a:r>
            <a:endParaRPr lang="en-US" sz="1050" dirty="0"/>
          </a:p>
        </p:txBody>
      </p:sp>
      <p:sp>
        <p:nvSpPr>
          <p:cNvPr id="36" name="SK-5-text-35"/>
          <p:cNvSpPr/>
          <p:nvPr/>
        </p:nvSpPr>
        <p:spPr>
          <a:xfrm>
            <a:off x="1019175" y="4923532"/>
            <a:ext cx="4478536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튜토리얼 언제든 재실행</a:t>
            </a:r>
            <a:endParaRPr lang="en-US" sz="1050" dirty="0"/>
          </a:p>
        </p:txBody>
      </p:sp>
      <p:sp>
        <p:nvSpPr>
          <p:cNvPr id="37" name="SK-5-text-36"/>
          <p:cNvSpPr/>
          <p:nvPr/>
        </p:nvSpPr>
        <p:spPr>
          <a:xfrm>
            <a:off x="5926336" y="1379190"/>
            <a:ext cx="5541764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828E8D"/>
                </a:solidFill>
              </a:rPr>
              <a:t>⚡ NFC 2-STEP CHECKOUT SYSTEM</a:t>
            </a:r>
            <a:endParaRPr lang="en-US" sz="975" dirty="0"/>
          </a:p>
        </p:txBody>
      </p:sp>
      <p:sp>
        <p:nvSpPr>
          <p:cNvPr id="38" name="SK-5-text-37"/>
          <p:cNvSpPr/>
          <p:nvPr/>
        </p:nvSpPr>
        <p:spPr>
          <a:xfrm>
            <a:off x="6164461" y="1793528"/>
            <a:ext cx="342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50" dirty="0"/>
          </a:p>
        </p:txBody>
      </p:sp>
      <p:sp>
        <p:nvSpPr>
          <p:cNvPr id="39" name="SK-5-text-38"/>
          <p:cNvSpPr/>
          <p:nvPr/>
        </p:nvSpPr>
        <p:spPr>
          <a:xfrm>
            <a:off x="6716911" y="1793528"/>
            <a:ext cx="16287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GPS 지오펜싱</a:t>
            </a:r>
            <a:endParaRPr lang="en-US" sz="1200" dirty="0"/>
          </a:p>
        </p:txBody>
      </p:sp>
      <p:sp>
        <p:nvSpPr>
          <p:cNvPr id="40" name="SK-5-text-39"/>
          <p:cNvSpPr/>
          <p:nvPr/>
        </p:nvSpPr>
        <p:spPr>
          <a:xfrm>
            <a:off x="6469261" y="2050703"/>
            <a:ext cx="280035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반경 50m 이내 체크인 활성화</a:t>
            </a:r>
            <a:endParaRPr lang="en-US" sz="975" dirty="0"/>
          </a:p>
        </p:txBody>
      </p:sp>
      <p:sp>
        <p:nvSpPr>
          <p:cNvPr id="41" name="SK-5-text-40"/>
          <p:cNvSpPr/>
          <p:nvPr/>
        </p:nvSpPr>
        <p:spPr>
          <a:xfrm>
            <a:off x="6545461" y="2281089"/>
            <a:ext cx="155257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07A78"/>
                </a:solidFill>
              </a:rPr>
              <a:t>Haversine</a:t>
            </a:r>
            <a:endParaRPr lang="en-US" sz="900" dirty="0"/>
          </a:p>
        </p:txBody>
      </p:sp>
      <p:sp>
        <p:nvSpPr>
          <p:cNvPr id="42" name="SK-5-text-41"/>
          <p:cNvSpPr/>
          <p:nvPr/>
        </p:nvSpPr>
        <p:spPr>
          <a:xfrm>
            <a:off x="6150173" y="3984873"/>
            <a:ext cx="342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50" dirty="0"/>
          </a:p>
        </p:txBody>
      </p:sp>
      <p:sp>
        <p:nvSpPr>
          <p:cNvPr id="43" name="SK-5-text-42"/>
          <p:cNvSpPr/>
          <p:nvPr/>
        </p:nvSpPr>
        <p:spPr>
          <a:xfrm>
            <a:off x="6716911" y="3984873"/>
            <a:ext cx="1645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NFC 물리 태깅</a:t>
            </a:r>
            <a:endParaRPr lang="en-US" sz="1200" dirty="0"/>
          </a:p>
        </p:txBody>
      </p:sp>
      <p:sp>
        <p:nvSpPr>
          <p:cNvPr id="44" name="SK-5-text-43"/>
          <p:cNvSpPr/>
          <p:nvPr/>
        </p:nvSpPr>
        <p:spPr>
          <a:xfrm>
            <a:off x="6469261" y="4242048"/>
            <a:ext cx="260223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칩 스티커 태깅 최종 승인</a:t>
            </a:r>
            <a:endParaRPr lang="en-US" sz="975" dirty="0"/>
          </a:p>
        </p:txBody>
      </p:sp>
      <p:sp>
        <p:nvSpPr>
          <p:cNvPr id="45" name="SK-5-text-44"/>
          <p:cNvSpPr/>
          <p:nvPr/>
        </p:nvSpPr>
        <p:spPr>
          <a:xfrm>
            <a:off x="6545461" y="4472434"/>
            <a:ext cx="1775326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07A78"/>
                </a:solidFill>
              </a:rPr>
              <a:t>2-Factor Auth</a:t>
            </a:r>
            <a:endParaRPr lang="en-US" sz="900" dirty="0"/>
          </a:p>
        </p:txBody>
      </p:sp>
      <p:sp>
        <p:nvSpPr>
          <p:cNvPr id="46" name="SK-5-text-45"/>
          <p:cNvSpPr/>
          <p:nvPr/>
        </p:nvSpPr>
        <p:spPr>
          <a:xfrm>
            <a:off x="6283523" y="5886599"/>
            <a:ext cx="24003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Admin Dashboard</a:t>
            </a:r>
            <a:endParaRPr lang="en-US" sz="1050" dirty="0"/>
          </a:p>
        </p:txBody>
      </p:sp>
      <p:sp>
        <p:nvSpPr>
          <p:cNvPr id="47" name="SK-5-text-46"/>
          <p:cNvSpPr/>
          <p:nvPr/>
        </p:nvSpPr>
        <p:spPr>
          <a:xfrm>
            <a:off x="6059686" y="6105674"/>
            <a:ext cx="19964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828E8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타임라인 자동 기록</a:t>
            </a:r>
            <a:endParaRPr lang="en-US" sz="900" dirty="0"/>
          </a:p>
        </p:txBody>
      </p:sp>
      <p:sp>
        <p:nvSpPr>
          <p:cNvPr id="48" name="SK-5-text-47"/>
          <p:cNvSpPr/>
          <p:nvPr/>
        </p:nvSpPr>
        <p:spPr>
          <a:xfrm>
            <a:off x="10410825" y="5958036"/>
            <a:ext cx="1032073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NFC 인증 완료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11049000" cy="664815"/>
          </a:xfrm>
          <a:prstGeom prst="rect">
            <a:avLst/>
          </a:prstGeom>
        </p:spPr>
      </p:pic>
      <p:pic>
        <p:nvPicPr>
          <p:cNvPr id="5" name="SK-6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63802"/>
            <a:ext cx="4849118" cy="376238"/>
          </a:xfrm>
          <a:prstGeom prst="rect">
            <a:avLst/>
          </a:prstGeom>
        </p:spPr>
      </p:pic>
      <p:pic>
        <p:nvPicPr>
          <p:cNvPr id="6" name="SK-6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4583311"/>
            <a:ext cx="166688" cy="137220"/>
          </a:xfrm>
          <a:prstGeom prst="rect">
            <a:avLst/>
          </a:prstGeom>
        </p:spPr>
      </p:pic>
      <p:pic>
        <p:nvPicPr>
          <p:cNvPr id="7" name="SK-6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935289"/>
            <a:ext cx="4849118" cy="376238"/>
          </a:xfrm>
          <a:prstGeom prst="rect">
            <a:avLst/>
          </a:prstGeom>
        </p:spPr>
      </p:pic>
      <p:pic>
        <p:nvPicPr>
          <p:cNvPr id="8" name="SK-6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5054798"/>
            <a:ext cx="166688" cy="137220"/>
          </a:xfrm>
          <a:prstGeom prst="rect">
            <a:avLst/>
          </a:prstGeom>
        </p:spPr>
      </p:pic>
      <p:pic>
        <p:nvPicPr>
          <p:cNvPr id="9" name="SK-6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1618" y="3051721"/>
            <a:ext cx="5818882" cy="361950"/>
          </a:xfrm>
          <a:prstGeom prst="rect">
            <a:avLst/>
          </a:prstGeom>
        </p:spPr>
      </p:pic>
      <p:pic>
        <p:nvPicPr>
          <p:cNvPr id="10" name="SK-6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01618" y="3106936"/>
            <a:ext cx="214313" cy="175320"/>
          </a:xfrm>
          <a:prstGeom prst="rect">
            <a:avLst/>
          </a:prstGeom>
        </p:spPr>
      </p:pic>
      <p:pic>
        <p:nvPicPr>
          <p:cNvPr id="11" name="SK-6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01618" y="3508921"/>
            <a:ext cx="1583531" cy="338138"/>
          </a:xfrm>
          <a:prstGeom prst="rect">
            <a:avLst/>
          </a:prstGeom>
        </p:spPr>
      </p:pic>
      <p:pic>
        <p:nvPicPr>
          <p:cNvPr id="12" name="SK-6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4968" y="3615035"/>
            <a:ext cx="154781" cy="125760"/>
          </a:xfrm>
          <a:prstGeom prst="rect">
            <a:avLst/>
          </a:prstGeom>
        </p:spPr>
      </p:pic>
      <p:pic>
        <p:nvPicPr>
          <p:cNvPr id="13" name="SK-6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61349" y="3508921"/>
            <a:ext cx="1364456" cy="338138"/>
          </a:xfrm>
          <a:prstGeom prst="rect">
            <a:avLst/>
          </a:prstGeom>
        </p:spPr>
      </p:pic>
      <p:pic>
        <p:nvPicPr>
          <p:cNvPr id="14" name="SK-6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94699" y="3615035"/>
            <a:ext cx="154781" cy="125760"/>
          </a:xfrm>
          <a:prstGeom prst="rect">
            <a:avLst/>
          </a:prstGeom>
        </p:spPr>
      </p:pic>
      <p:pic>
        <p:nvPicPr>
          <p:cNvPr id="15" name="SK-6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02005" y="3508921"/>
            <a:ext cx="1497806" cy="338138"/>
          </a:xfrm>
          <a:prstGeom prst="rect">
            <a:avLst/>
          </a:prstGeom>
        </p:spPr>
      </p:pic>
      <p:pic>
        <p:nvPicPr>
          <p:cNvPr id="16" name="SK-6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35355" y="3615035"/>
            <a:ext cx="154781" cy="125760"/>
          </a:xfrm>
          <a:prstGeom prst="rect">
            <a:avLst/>
          </a:prstGeom>
        </p:spPr>
      </p:pic>
      <p:pic>
        <p:nvPicPr>
          <p:cNvPr id="17" name="SK-6-img-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1618" y="4037558"/>
            <a:ext cx="5818882" cy="361950"/>
          </a:xfrm>
          <a:prstGeom prst="rect">
            <a:avLst/>
          </a:prstGeom>
        </p:spPr>
      </p:pic>
      <p:pic>
        <p:nvPicPr>
          <p:cNvPr id="18" name="SK-6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01618" y="4092773"/>
            <a:ext cx="214313" cy="175320"/>
          </a:xfrm>
          <a:prstGeom prst="rect">
            <a:avLst/>
          </a:prstGeom>
        </p:spPr>
      </p:pic>
      <p:pic>
        <p:nvPicPr>
          <p:cNvPr id="19" name="SK-6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01618" y="4494758"/>
            <a:ext cx="1955006" cy="338138"/>
          </a:xfrm>
          <a:prstGeom prst="rect">
            <a:avLst/>
          </a:prstGeom>
        </p:spPr>
      </p:pic>
      <p:pic>
        <p:nvPicPr>
          <p:cNvPr id="20" name="SK-6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34968" y="4600873"/>
            <a:ext cx="154781" cy="125760"/>
          </a:xfrm>
          <a:prstGeom prst="rect">
            <a:avLst/>
          </a:prstGeom>
        </p:spPr>
      </p:pic>
      <p:pic>
        <p:nvPicPr>
          <p:cNvPr id="21" name="SK-6-img-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32824" y="4494758"/>
            <a:ext cx="1545431" cy="338138"/>
          </a:xfrm>
          <a:prstGeom prst="rect">
            <a:avLst/>
          </a:prstGeom>
        </p:spPr>
      </p:pic>
      <p:pic>
        <p:nvPicPr>
          <p:cNvPr id="22" name="SK-6-img-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66174" y="4600873"/>
            <a:ext cx="154781" cy="125760"/>
          </a:xfrm>
          <a:prstGeom prst="rect">
            <a:avLst/>
          </a:prstGeom>
        </p:spPr>
      </p:pic>
      <p:pic>
        <p:nvPicPr>
          <p:cNvPr id="23" name="SK-6-img-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54455" y="4494758"/>
            <a:ext cx="1774031" cy="338138"/>
          </a:xfrm>
          <a:prstGeom prst="rect">
            <a:avLst/>
          </a:prstGeom>
        </p:spPr>
      </p:pic>
      <p:pic>
        <p:nvPicPr>
          <p:cNvPr id="24" name="SK-6-img-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87805" y="4600873"/>
            <a:ext cx="154781" cy="125760"/>
          </a:xfrm>
          <a:prstGeom prst="rect">
            <a:avLst/>
          </a:prstGeom>
        </p:spPr>
      </p:pic>
      <p:sp>
        <p:nvSpPr>
          <p:cNvPr id="25" name="SK-6-text-24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007A78"/>
                </a:solidFill>
              </a:rPr>
              <a:t>PROJECT O1BO / FINAL REPORT</a:t>
            </a:r>
            <a:endParaRPr lang="en-US" sz="1050" dirty="0"/>
          </a:p>
        </p:txBody>
      </p:sp>
      <p:sp>
        <p:nvSpPr>
          <p:cNvPr id="26" name="SK-6-text-25"/>
          <p:cNvSpPr/>
          <p:nvPr/>
        </p:nvSpPr>
        <p:spPr>
          <a:xfrm>
            <a:off x="762000" y="657225"/>
            <a:ext cx="11020425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업무 자동화 및 AI 최적화</a:t>
            </a:r>
            <a:endParaRPr lang="en-US" sz="2550" dirty="0"/>
          </a:p>
        </p:txBody>
      </p:sp>
      <p:sp>
        <p:nvSpPr>
          <p:cNvPr id="27" name="SK-6-text-26"/>
          <p:cNvSpPr/>
          <p:nvPr/>
        </p:nvSpPr>
        <p:spPr>
          <a:xfrm>
            <a:off x="571500" y="2573089"/>
            <a:ext cx="4925318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7A78"/>
                </a:solidFill>
              </a:rPr>
              <a:t>NEXT-GEN AI CORE</a:t>
            </a:r>
            <a:endParaRPr lang="en-US" sz="1125" dirty="0"/>
          </a:p>
        </p:txBody>
      </p:sp>
      <p:sp>
        <p:nvSpPr>
          <p:cNvPr id="28" name="SK-6-text-27"/>
          <p:cNvSpPr/>
          <p:nvPr/>
        </p:nvSpPr>
        <p:spPr>
          <a:xfrm>
            <a:off x="571500" y="2901702"/>
            <a:ext cx="4849118" cy="1257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950"/>
              </a:lnSpc>
              <a:buNone/>
            </a:pPr>
            <a:r>
              <a:rPr lang="en-US" sz="4500" b="1" kern="0" spc="-120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</a:t>
            </a:r>
            <a:endParaRPr lang="en-US" sz="4500" dirty="0"/>
          </a:p>
          <a:p>
            <a:pPr marL="0" indent="0">
              <a:lnSpc>
                <a:spcPts val="4950"/>
              </a:lnSpc>
              <a:buNone/>
            </a:pPr>
            <a:r>
              <a:rPr lang="en-US" sz="4500" b="1" kern="0" spc="-120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3.5 Flash</a:t>
            </a:r>
            <a:endParaRPr lang="en-US" sz="4500" dirty="0"/>
          </a:p>
        </p:txBody>
      </p:sp>
      <p:sp>
        <p:nvSpPr>
          <p:cNvPr id="29" name="SK-6-text-28"/>
          <p:cNvSpPr/>
          <p:nvPr/>
        </p:nvSpPr>
        <p:spPr>
          <a:xfrm>
            <a:off x="985838" y="4559052"/>
            <a:ext cx="225552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A5554"/>
                </a:solidFill>
              </a:rPr>
              <a:t>Crash Rate: 0%</a:t>
            </a:r>
            <a:endParaRPr lang="en-US" sz="975" dirty="0"/>
          </a:p>
        </p:txBody>
      </p:sp>
      <p:sp>
        <p:nvSpPr>
          <p:cNvPr id="30" name="SK-6-text-29"/>
          <p:cNvSpPr/>
          <p:nvPr/>
        </p:nvSpPr>
        <p:spPr>
          <a:xfrm>
            <a:off x="985838" y="5030539"/>
            <a:ext cx="275082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4A5554"/>
                </a:solidFill>
              </a:rPr>
              <a:t>Build Pass: 100%</a:t>
            </a:r>
            <a:endParaRPr lang="en-US" sz="975" dirty="0"/>
          </a:p>
        </p:txBody>
      </p:sp>
      <p:sp>
        <p:nvSpPr>
          <p:cNvPr id="31" name="SK-6-text-30"/>
          <p:cNvSpPr/>
          <p:nvPr/>
        </p:nvSpPr>
        <p:spPr>
          <a:xfrm>
            <a:off x="6130230" y="3051721"/>
            <a:ext cx="2609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카카오톡 업무 자동화</a:t>
            </a:r>
            <a:endParaRPr lang="en-US" sz="1500" dirty="0"/>
          </a:p>
        </p:txBody>
      </p:sp>
      <p:sp>
        <p:nvSpPr>
          <p:cNvPr id="32" name="SK-6-text-31"/>
          <p:cNvSpPr/>
          <p:nvPr/>
        </p:nvSpPr>
        <p:spPr>
          <a:xfrm>
            <a:off x="6165949" y="3508921"/>
            <a:ext cx="1606336" cy="3381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일보 .doc 변환 공유</a:t>
            </a:r>
            <a:endParaRPr lang="en-US" sz="975" dirty="0"/>
          </a:p>
        </p:txBody>
      </p:sp>
      <p:sp>
        <p:nvSpPr>
          <p:cNvPr id="33" name="SK-6-text-32"/>
          <p:cNvSpPr/>
          <p:nvPr/>
        </p:nvSpPr>
        <p:spPr>
          <a:xfrm>
            <a:off x="7825680" y="3508921"/>
            <a:ext cx="1554101" cy="3381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 Share API</a:t>
            </a:r>
            <a:endParaRPr lang="en-US" sz="975" dirty="0"/>
          </a:p>
        </p:txBody>
      </p:sp>
      <p:sp>
        <p:nvSpPr>
          <p:cNvPr id="34" name="SK-6-text-33"/>
          <p:cNvSpPr/>
          <p:nvPr/>
        </p:nvSpPr>
        <p:spPr>
          <a:xfrm>
            <a:off x="9266337" y="3508921"/>
            <a:ext cx="1587716" cy="3381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데스크톱 Fallback</a:t>
            </a:r>
            <a:endParaRPr lang="en-US" sz="975" dirty="0"/>
          </a:p>
        </p:txBody>
      </p:sp>
      <p:sp>
        <p:nvSpPr>
          <p:cNvPr id="35" name="SK-6-text-34"/>
          <p:cNvSpPr/>
          <p:nvPr/>
        </p:nvSpPr>
        <p:spPr>
          <a:xfrm>
            <a:off x="6130230" y="4037558"/>
            <a:ext cx="16954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최적화</a:t>
            </a:r>
            <a:endParaRPr lang="en-US" sz="1500" dirty="0"/>
          </a:p>
        </p:txBody>
      </p:sp>
      <p:sp>
        <p:nvSpPr>
          <p:cNvPr id="36" name="SK-6-text-35"/>
          <p:cNvSpPr/>
          <p:nvPr/>
        </p:nvSpPr>
        <p:spPr>
          <a:xfrm>
            <a:off x="6165949" y="4494758"/>
            <a:ext cx="2566390" cy="3381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AbortController 타임아웃</a:t>
            </a:r>
            <a:endParaRPr lang="en-US" sz="975" dirty="0"/>
          </a:p>
        </p:txBody>
      </p:sp>
      <p:sp>
        <p:nvSpPr>
          <p:cNvPr id="37" name="SK-6-text-36"/>
          <p:cNvSpPr/>
          <p:nvPr/>
        </p:nvSpPr>
        <p:spPr>
          <a:xfrm>
            <a:off x="8197155" y="4494758"/>
            <a:ext cx="1278731" cy="3381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스레드 분리</a:t>
            </a:r>
            <a:endParaRPr lang="en-US" sz="975" dirty="0"/>
          </a:p>
        </p:txBody>
      </p:sp>
      <p:sp>
        <p:nvSpPr>
          <p:cNvPr id="38" name="SK-6-text-37"/>
          <p:cNvSpPr/>
          <p:nvPr/>
        </p:nvSpPr>
        <p:spPr>
          <a:xfrm>
            <a:off x="9818787" y="4494758"/>
            <a:ext cx="2373213" cy="3381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LocalStorage Fallback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7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11049000" cy="664815"/>
          </a:xfrm>
          <a:prstGeom prst="rect">
            <a:avLst/>
          </a:prstGeom>
        </p:spPr>
      </p:pic>
      <p:pic>
        <p:nvPicPr>
          <p:cNvPr id="5" name="SK-7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31565"/>
            <a:ext cx="2647950" cy="5145435"/>
          </a:xfrm>
          <a:prstGeom prst="rect">
            <a:avLst/>
          </a:prstGeom>
        </p:spPr>
      </p:pic>
      <p:pic>
        <p:nvPicPr>
          <p:cNvPr id="6" name="SK-7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522065"/>
            <a:ext cx="457200" cy="457200"/>
          </a:xfrm>
          <a:prstGeom prst="rect">
            <a:avLst/>
          </a:prstGeom>
        </p:spPr>
      </p:pic>
      <p:pic>
        <p:nvPicPr>
          <p:cNvPr id="7" name="SK-7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631" y="1643955"/>
            <a:ext cx="261937" cy="213420"/>
          </a:xfrm>
          <a:prstGeom prst="rect">
            <a:avLst/>
          </a:prstGeom>
        </p:spPr>
      </p:pic>
      <p:pic>
        <p:nvPicPr>
          <p:cNvPr id="8" name="SK-7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093565"/>
            <a:ext cx="657225" cy="233362"/>
          </a:xfrm>
          <a:prstGeom prst="rect">
            <a:avLst/>
          </a:prstGeom>
        </p:spPr>
      </p:pic>
      <p:pic>
        <p:nvPicPr>
          <p:cNvPr id="9" name="SK-7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71850" y="1331565"/>
            <a:ext cx="2647950" cy="5145435"/>
          </a:xfrm>
          <a:prstGeom prst="rect">
            <a:avLst/>
          </a:prstGeom>
        </p:spPr>
      </p:pic>
      <p:pic>
        <p:nvPicPr>
          <p:cNvPr id="10" name="SK-7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62350" y="1522065"/>
            <a:ext cx="457200" cy="457200"/>
          </a:xfrm>
          <a:prstGeom prst="rect">
            <a:avLst/>
          </a:prstGeom>
        </p:spPr>
      </p:pic>
      <p:pic>
        <p:nvPicPr>
          <p:cNvPr id="11" name="SK-7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9981" y="1643955"/>
            <a:ext cx="261937" cy="213420"/>
          </a:xfrm>
          <a:prstGeom prst="rect">
            <a:avLst/>
          </a:prstGeom>
        </p:spPr>
      </p:pic>
      <p:pic>
        <p:nvPicPr>
          <p:cNvPr id="12" name="SK-7-img-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2350" y="2093565"/>
            <a:ext cx="657225" cy="233362"/>
          </a:xfrm>
          <a:prstGeom prst="rect">
            <a:avLst/>
          </a:prstGeom>
        </p:spPr>
      </p:pic>
      <p:pic>
        <p:nvPicPr>
          <p:cNvPr id="13" name="SK-7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1331565"/>
            <a:ext cx="2647950" cy="5145435"/>
          </a:xfrm>
          <a:prstGeom prst="rect">
            <a:avLst/>
          </a:prstGeom>
        </p:spPr>
      </p:pic>
      <p:pic>
        <p:nvPicPr>
          <p:cNvPr id="14" name="SK-7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62700" y="1522065"/>
            <a:ext cx="457200" cy="457200"/>
          </a:xfrm>
          <a:prstGeom prst="rect">
            <a:avLst/>
          </a:prstGeom>
        </p:spPr>
      </p:pic>
      <p:pic>
        <p:nvPicPr>
          <p:cNvPr id="15" name="SK-7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0331" y="1643955"/>
            <a:ext cx="261937" cy="213420"/>
          </a:xfrm>
          <a:prstGeom prst="rect">
            <a:avLst/>
          </a:prstGeom>
        </p:spPr>
      </p:pic>
      <p:pic>
        <p:nvPicPr>
          <p:cNvPr id="16" name="SK-7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2700" y="2093565"/>
            <a:ext cx="657225" cy="233362"/>
          </a:xfrm>
          <a:prstGeom prst="rect">
            <a:avLst/>
          </a:prstGeom>
        </p:spPr>
      </p:pic>
      <p:pic>
        <p:nvPicPr>
          <p:cNvPr id="17" name="SK-7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72550" y="1331565"/>
            <a:ext cx="2647950" cy="5145435"/>
          </a:xfrm>
          <a:prstGeom prst="rect">
            <a:avLst/>
          </a:prstGeom>
        </p:spPr>
      </p:pic>
      <p:pic>
        <p:nvPicPr>
          <p:cNvPr id="18" name="SK-7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63050" y="1522065"/>
            <a:ext cx="457200" cy="457200"/>
          </a:xfrm>
          <a:prstGeom prst="rect">
            <a:avLst/>
          </a:prstGeom>
        </p:spPr>
      </p:pic>
      <p:pic>
        <p:nvPicPr>
          <p:cNvPr id="19" name="SK-7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60681" y="1643955"/>
            <a:ext cx="261937" cy="213420"/>
          </a:xfrm>
          <a:prstGeom prst="rect">
            <a:avLst/>
          </a:prstGeom>
        </p:spPr>
      </p:pic>
      <p:pic>
        <p:nvPicPr>
          <p:cNvPr id="20" name="SK-7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63050" y="2093565"/>
            <a:ext cx="657225" cy="233362"/>
          </a:xfrm>
          <a:prstGeom prst="rect">
            <a:avLst/>
          </a:prstGeom>
        </p:spPr>
      </p:pic>
      <p:sp>
        <p:nvSpPr>
          <p:cNvPr id="21" name="SK-7-text-20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007A78"/>
                </a:solidFill>
              </a:rPr>
              <a:t>PROJECT O1BO / FINAL REPORT</a:t>
            </a:r>
            <a:endParaRPr lang="en-US" sz="1050" dirty="0"/>
          </a:p>
        </p:txBody>
      </p:sp>
      <p:sp>
        <p:nvSpPr>
          <p:cNvPr id="22" name="SK-7-text-21"/>
          <p:cNvSpPr/>
          <p:nvPr/>
        </p:nvSpPr>
        <p:spPr>
          <a:xfrm>
            <a:off x="762000" y="657225"/>
            <a:ext cx="11020425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개발 로드맵 (4단계 계획)</a:t>
            </a:r>
            <a:endParaRPr lang="en-US" sz="2550" dirty="0"/>
          </a:p>
        </p:txBody>
      </p:sp>
      <p:sp>
        <p:nvSpPr>
          <p:cNvPr id="23" name="SK-7-text-22"/>
          <p:cNvSpPr/>
          <p:nvPr/>
        </p:nvSpPr>
        <p:spPr>
          <a:xfrm>
            <a:off x="857250" y="2093565"/>
            <a:ext cx="820254" cy="2333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7A78"/>
                </a:solidFill>
              </a:rPr>
              <a:t>STEP 01</a:t>
            </a:r>
            <a:endParaRPr lang="en-US" sz="825" dirty="0"/>
          </a:p>
        </p:txBody>
      </p:sp>
      <p:sp>
        <p:nvSpPr>
          <p:cNvPr id="24" name="SK-7-text-23"/>
          <p:cNvSpPr/>
          <p:nvPr/>
        </p:nvSpPr>
        <p:spPr>
          <a:xfrm>
            <a:off x="762000" y="2479328"/>
            <a:ext cx="2343150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 프로덕션 등록</a:t>
            </a:r>
            <a:endParaRPr lang="en-US" sz="1200" dirty="0"/>
          </a:p>
        </p:txBody>
      </p:sp>
      <p:sp>
        <p:nvSpPr>
          <p:cNvPr id="25" name="SK-7-text-24"/>
          <p:cNvSpPr/>
          <p:nvPr/>
        </p:nvSpPr>
        <p:spPr>
          <a:xfrm>
            <a:off x="762000" y="2829818"/>
            <a:ext cx="2545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07A78"/>
                </a:solidFill>
              </a:rPr>
              <a:t>· Kakao Developers</a:t>
            </a:r>
            <a:endParaRPr lang="en-US" sz="900" dirty="0"/>
          </a:p>
        </p:txBody>
      </p:sp>
      <p:sp>
        <p:nvSpPr>
          <p:cNvPr id="26" name="SK-7-text-25"/>
          <p:cNvSpPr/>
          <p:nvPr/>
        </p:nvSpPr>
        <p:spPr>
          <a:xfrm>
            <a:off x="762000" y="3039368"/>
            <a:ext cx="26822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07A78"/>
                </a:solidFill>
              </a:rPr>
              <a:t>· API Domain Config</a:t>
            </a:r>
            <a:endParaRPr lang="en-US" sz="900" dirty="0"/>
          </a:p>
        </p:txBody>
      </p:sp>
      <p:sp>
        <p:nvSpPr>
          <p:cNvPr id="27" name="SK-7-text-26"/>
          <p:cNvSpPr/>
          <p:nvPr/>
        </p:nvSpPr>
        <p:spPr>
          <a:xfrm>
            <a:off x="762000" y="6115050"/>
            <a:ext cx="23431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828E8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네이티브 메시징 활성화</a:t>
            </a:r>
            <a:endParaRPr lang="en-US" sz="900" dirty="0"/>
          </a:p>
        </p:txBody>
      </p:sp>
      <p:sp>
        <p:nvSpPr>
          <p:cNvPr id="28" name="SK-7-text-27"/>
          <p:cNvSpPr/>
          <p:nvPr/>
        </p:nvSpPr>
        <p:spPr>
          <a:xfrm>
            <a:off x="3657600" y="2093565"/>
            <a:ext cx="820254" cy="2333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7A78"/>
                </a:solidFill>
              </a:rPr>
              <a:t>STEP 02</a:t>
            </a:r>
            <a:endParaRPr lang="en-US" sz="825" dirty="0"/>
          </a:p>
        </p:txBody>
      </p:sp>
      <p:sp>
        <p:nvSpPr>
          <p:cNvPr id="29" name="SK-7-text-28"/>
          <p:cNvSpPr/>
          <p:nvPr/>
        </p:nvSpPr>
        <p:spPr>
          <a:xfrm>
            <a:off x="3562350" y="2479328"/>
            <a:ext cx="2343150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PWA 오프라인 동기화</a:t>
            </a:r>
            <a:endParaRPr lang="en-US" sz="1200" dirty="0"/>
          </a:p>
        </p:txBody>
      </p:sp>
      <p:sp>
        <p:nvSpPr>
          <p:cNvPr id="30" name="SK-7-text-29"/>
          <p:cNvSpPr/>
          <p:nvPr/>
        </p:nvSpPr>
        <p:spPr>
          <a:xfrm>
            <a:off x="3562350" y="2829818"/>
            <a:ext cx="23431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07A78"/>
                </a:solidFill>
              </a:rPr>
              <a:t>· Service Worker</a:t>
            </a:r>
            <a:endParaRPr lang="en-US" sz="900" dirty="0"/>
          </a:p>
        </p:txBody>
      </p:sp>
      <p:sp>
        <p:nvSpPr>
          <p:cNvPr id="31" name="SK-7-text-30"/>
          <p:cNvSpPr/>
          <p:nvPr/>
        </p:nvSpPr>
        <p:spPr>
          <a:xfrm>
            <a:off x="3562350" y="3039368"/>
            <a:ext cx="23431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07A78"/>
                </a:solidFill>
              </a:rPr>
              <a:t>· IndexedDB</a:t>
            </a:r>
            <a:endParaRPr lang="en-US" sz="900" dirty="0"/>
          </a:p>
        </p:txBody>
      </p:sp>
      <p:sp>
        <p:nvSpPr>
          <p:cNvPr id="32" name="SK-7-text-31"/>
          <p:cNvSpPr/>
          <p:nvPr/>
        </p:nvSpPr>
        <p:spPr>
          <a:xfrm>
            <a:off x="3562350" y="6115050"/>
            <a:ext cx="23431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828E8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단절 시에도 체크인 보장</a:t>
            </a:r>
            <a:endParaRPr lang="en-US" sz="900" dirty="0"/>
          </a:p>
        </p:txBody>
      </p:sp>
      <p:sp>
        <p:nvSpPr>
          <p:cNvPr id="33" name="SK-7-text-32"/>
          <p:cNvSpPr/>
          <p:nvPr/>
        </p:nvSpPr>
        <p:spPr>
          <a:xfrm>
            <a:off x="6457950" y="2093565"/>
            <a:ext cx="820254" cy="2333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7A78"/>
                </a:solidFill>
              </a:rPr>
              <a:t>STEP 03</a:t>
            </a:r>
            <a:endParaRPr lang="en-US" sz="825" dirty="0"/>
          </a:p>
        </p:txBody>
      </p:sp>
      <p:sp>
        <p:nvSpPr>
          <p:cNvPr id="34" name="SK-7-text-33"/>
          <p:cNvSpPr/>
          <p:nvPr/>
        </p:nvSpPr>
        <p:spPr>
          <a:xfrm>
            <a:off x="6362700" y="2479328"/>
            <a:ext cx="2453640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네이티브 NFC 플러그인</a:t>
            </a:r>
            <a:endParaRPr lang="en-US" sz="1200" dirty="0"/>
          </a:p>
        </p:txBody>
      </p:sp>
      <p:sp>
        <p:nvSpPr>
          <p:cNvPr id="35" name="SK-7-text-34"/>
          <p:cNvSpPr/>
          <p:nvPr/>
        </p:nvSpPr>
        <p:spPr>
          <a:xfrm>
            <a:off x="6362700" y="2829818"/>
            <a:ext cx="23431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07A78"/>
                </a:solidFill>
              </a:rPr>
              <a:t>· Capacitor NFC</a:t>
            </a:r>
            <a:endParaRPr lang="en-US" sz="900" dirty="0"/>
          </a:p>
        </p:txBody>
      </p:sp>
      <p:sp>
        <p:nvSpPr>
          <p:cNvPr id="36" name="SK-7-text-35"/>
          <p:cNvSpPr/>
          <p:nvPr/>
        </p:nvSpPr>
        <p:spPr>
          <a:xfrm>
            <a:off x="6362700" y="3039368"/>
            <a:ext cx="32308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07A78"/>
                </a:solidFill>
              </a:rPr>
              <a:t>· CoreNFC / Android SDK</a:t>
            </a:r>
            <a:endParaRPr lang="en-US" sz="900" dirty="0"/>
          </a:p>
        </p:txBody>
      </p:sp>
      <p:sp>
        <p:nvSpPr>
          <p:cNvPr id="37" name="SK-7-text-36"/>
          <p:cNvSpPr/>
          <p:nvPr/>
        </p:nvSpPr>
        <p:spPr>
          <a:xfrm>
            <a:off x="6362700" y="6115050"/>
            <a:ext cx="23431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828E8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백그라운드 태깅 극대화</a:t>
            </a:r>
            <a:endParaRPr lang="en-US" sz="900" dirty="0"/>
          </a:p>
        </p:txBody>
      </p:sp>
      <p:sp>
        <p:nvSpPr>
          <p:cNvPr id="38" name="SK-7-text-37"/>
          <p:cNvSpPr/>
          <p:nvPr/>
        </p:nvSpPr>
        <p:spPr>
          <a:xfrm>
            <a:off x="9258300" y="2093565"/>
            <a:ext cx="820254" cy="2333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7C3AED"/>
                </a:solidFill>
              </a:rPr>
              <a:t>STEP 04</a:t>
            </a:r>
            <a:endParaRPr lang="en-US" sz="825" dirty="0"/>
          </a:p>
        </p:txBody>
      </p:sp>
      <p:sp>
        <p:nvSpPr>
          <p:cNvPr id="39" name="SK-7-text-38"/>
          <p:cNvSpPr/>
          <p:nvPr/>
        </p:nvSpPr>
        <p:spPr>
          <a:xfrm>
            <a:off x="9163050" y="2479328"/>
            <a:ext cx="2343150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경비 이상 탐지</a:t>
            </a:r>
            <a:endParaRPr lang="en-US" sz="1200" dirty="0"/>
          </a:p>
        </p:txBody>
      </p:sp>
      <p:sp>
        <p:nvSpPr>
          <p:cNvPr id="40" name="SK-7-text-39"/>
          <p:cNvSpPr/>
          <p:nvPr/>
        </p:nvSpPr>
        <p:spPr>
          <a:xfrm>
            <a:off x="9163050" y="2829818"/>
            <a:ext cx="26822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7C3AED"/>
                </a:solidFill>
              </a:rPr>
              <a:t>· Gemini Pro Vision</a:t>
            </a:r>
            <a:endParaRPr lang="en-US" sz="900" dirty="0"/>
          </a:p>
        </p:txBody>
      </p:sp>
      <p:sp>
        <p:nvSpPr>
          <p:cNvPr id="41" name="SK-7-text-40"/>
          <p:cNvSpPr/>
          <p:nvPr/>
        </p:nvSpPr>
        <p:spPr>
          <a:xfrm>
            <a:off x="9163050" y="3039368"/>
            <a:ext cx="29565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7C3AED"/>
                </a:solidFill>
              </a:rPr>
              <a:t>· OCR + Geocoding API</a:t>
            </a:r>
            <a:endParaRPr lang="en-US" sz="900" dirty="0"/>
          </a:p>
        </p:txBody>
      </p:sp>
      <p:sp>
        <p:nvSpPr>
          <p:cNvPr id="42" name="SK-7-text-41"/>
          <p:cNvSpPr/>
          <p:nvPr/>
        </p:nvSpPr>
        <p:spPr>
          <a:xfrm>
            <a:off x="9163050" y="6115050"/>
            <a:ext cx="23431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828E8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위변조 자동 필터링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8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11049000" cy="664815"/>
          </a:xfrm>
          <a:prstGeom prst="rect">
            <a:avLst/>
          </a:prstGeom>
        </p:spPr>
      </p:pic>
      <p:pic>
        <p:nvPicPr>
          <p:cNvPr id="5" name="SK-8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31565"/>
            <a:ext cx="11049000" cy="390525"/>
          </a:xfrm>
          <a:prstGeom prst="rect">
            <a:avLst/>
          </a:prstGeom>
        </p:spPr>
      </p:pic>
      <p:pic>
        <p:nvPicPr>
          <p:cNvPr id="6" name="SK-8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874490"/>
            <a:ext cx="5072063" cy="4097685"/>
          </a:xfrm>
          <a:prstGeom prst="rect">
            <a:avLst/>
          </a:prstGeom>
        </p:spPr>
      </p:pic>
      <p:pic>
        <p:nvPicPr>
          <p:cNvPr id="7" name="SK-8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064990"/>
            <a:ext cx="495300" cy="495300"/>
          </a:xfrm>
          <a:prstGeom prst="rect">
            <a:avLst/>
          </a:prstGeom>
        </p:spPr>
      </p:pic>
      <p:pic>
        <p:nvPicPr>
          <p:cNvPr id="8" name="SK-8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869" y="2186880"/>
            <a:ext cx="309563" cy="251520"/>
          </a:xfrm>
          <a:prstGeom prst="rect">
            <a:avLst/>
          </a:prstGeom>
        </p:spPr>
      </p:pic>
      <p:pic>
        <p:nvPicPr>
          <p:cNvPr id="9" name="SK-8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691259"/>
            <a:ext cx="152400" cy="152400"/>
          </a:xfrm>
          <a:prstGeom prst="rect">
            <a:avLst/>
          </a:prstGeom>
        </p:spPr>
      </p:pic>
      <p:pic>
        <p:nvPicPr>
          <p:cNvPr id="10" name="SK-8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955578"/>
            <a:ext cx="152400" cy="152400"/>
          </a:xfrm>
          <a:prstGeom prst="rect">
            <a:avLst/>
          </a:prstGeom>
        </p:spPr>
      </p:pic>
      <p:pic>
        <p:nvPicPr>
          <p:cNvPr id="12" name="SK-8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219896"/>
            <a:ext cx="152400" cy="152400"/>
          </a:xfrm>
          <a:prstGeom prst="rect">
            <a:avLst/>
          </a:prstGeom>
        </p:spPr>
      </p:pic>
      <p:pic>
        <p:nvPicPr>
          <p:cNvPr id="13" name="SK-8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29313" y="3789908"/>
            <a:ext cx="333375" cy="266700"/>
          </a:xfrm>
          <a:prstGeom prst="rect">
            <a:avLst/>
          </a:prstGeom>
        </p:spPr>
      </p:pic>
      <p:pic>
        <p:nvPicPr>
          <p:cNvPr id="14" name="SK-8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48438" y="1874490"/>
            <a:ext cx="5072063" cy="4097685"/>
          </a:xfrm>
          <a:prstGeom prst="rect">
            <a:avLst/>
          </a:prstGeom>
        </p:spPr>
      </p:pic>
      <p:pic>
        <p:nvPicPr>
          <p:cNvPr id="15" name="SK-8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38938" y="2064990"/>
            <a:ext cx="495300" cy="495300"/>
          </a:xfrm>
          <a:prstGeom prst="rect">
            <a:avLst/>
          </a:prstGeom>
        </p:spPr>
      </p:pic>
      <p:pic>
        <p:nvPicPr>
          <p:cNvPr id="16" name="SK-8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31806" y="2186880"/>
            <a:ext cx="309563" cy="251520"/>
          </a:xfrm>
          <a:prstGeom prst="rect">
            <a:avLst/>
          </a:prstGeom>
        </p:spPr>
      </p:pic>
      <p:pic>
        <p:nvPicPr>
          <p:cNvPr id="17" name="SK-8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38938" y="2691259"/>
            <a:ext cx="152400" cy="152400"/>
          </a:xfrm>
          <a:prstGeom prst="rect">
            <a:avLst/>
          </a:prstGeom>
        </p:spPr>
      </p:pic>
      <p:pic>
        <p:nvPicPr>
          <p:cNvPr id="18" name="SK-8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38938" y="2953196"/>
            <a:ext cx="152400" cy="152400"/>
          </a:xfrm>
          <a:prstGeom prst="rect">
            <a:avLst/>
          </a:prstGeom>
        </p:spPr>
      </p:pic>
      <p:pic>
        <p:nvPicPr>
          <p:cNvPr id="19" name="SK-8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38938" y="3215134"/>
            <a:ext cx="152400" cy="152400"/>
          </a:xfrm>
          <a:prstGeom prst="rect">
            <a:avLst/>
          </a:prstGeom>
        </p:spPr>
      </p:pic>
      <p:pic>
        <p:nvPicPr>
          <p:cNvPr id="20" name="SK-8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6124575"/>
            <a:ext cx="11049000" cy="428625"/>
          </a:xfrm>
          <a:prstGeom prst="rect">
            <a:avLst/>
          </a:prstGeom>
        </p:spPr>
      </p:pic>
      <p:pic>
        <p:nvPicPr>
          <p:cNvPr id="21" name="SK-8-img-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6243638"/>
            <a:ext cx="238125" cy="190500"/>
          </a:xfrm>
          <a:prstGeom prst="rect">
            <a:avLst/>
          </a:prstGeom>
        </p:spPr>
      </p:pic>
      <p:sp>
        <p:nvSpPr>
          <p:cNvPr id="22" name="SK-8-text-21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007A78"/>
                </a:solidFill>
              </a:rPr>
              <a:t>PROJECT O1BO / FINAL REPORT</a:t>
            </a:r>
            <a:endParaRPr lang="en-US" sz="1050" dirty="0"/>
          </a:p>
        </p:txBody>
      </p:sp>
      <p:sp>
        <p:nvSpPr>
          <p:cNvPr id="23" name="SK-8-text-22"/>
          <p:cNvSpPr/>
          <p:nvPr/>
        </p:nvSpPr>
        <p:spPr>
          <a:xfrm>
            <a:off x="762000" y="657225"/>
            <a:ext cx="11020425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PWA 오프라인 저장 모듈 설계</a:t>
            </a:r>
            <a:endParaRPr lang="en-US" sz="2550" dirty="0"/>
          </a:p>
        </p:txBody>
      </p:sp>
      <p:sp>
        <p:nvSpPr>
          <p:cNvPr id="24" name="SK-8-text-23"/>
          <p:cNvSpPr/>
          <p:nvPr/>
        </p:nvSpPr>
        <p:spPr>
          <a:xfrm>
            <a:off x="1028700" y="1426815"/>
            <a:ext cx="6477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Offline-First 아키텍처 — 통신 단절 시에도 업무 연속성 보장</a:t>
            </a:r>
            <a:endParaRPr lang="en-US" sz="1050" dirty="0"/>
          </a:p>
        </p:txBody>
      </p:sp>
      <p:sp>
        <p:nvSpPr>
          <p:cNvPr id="25" name="SK-8-text-24"/>
          <p:cNvSpPr/>
          <p:nvPr/>
        </p:nvSpPr>
        <p:spPr>
          <a:xfrm>
            <a:off x="1371600" y="2169765"/>
            <a:ext cx="2609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IndexedDB 큐</a:t>
            </a:r>
            <a:endParaRPr lang="en-US" sz="1500" dirty="0"/>
          </a:p>
        </p:txBody>
      </p:sp>
      <p:sp>
        <p:nvSpPr>
          <p:cNvPr id="26" name="SK-8-text-25"/>
          <p:cNvSpPr/>
          <p:nvPr/>
        </p:nvSpPr>
        <p:spPr>
          <a:xfrm>
            <a:off x="990600" y="2674590"/>
            <a:ext cx="319659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Firebase 런타임 오류 원천 차단</a:t>
            </a:r>
            <a:endParaRPr lang="en-US" sz="975" dirty="0"/>
          </a:p>
        </p:txBody>
      </p:sp>
      <p:sp>
        <p:nvSpPr>
          <p:cNvPr id="27" name="SK-8-text-26"/>
          <p:cNvSpPr/>
          <p:nvPr/>
        </p:nvSpPr>
        <p:spPr>
          <a:xfrm>
            <a:off x="1028700" y="2953196"/>
            <a:ext cx="181957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스토어 격리</a:t>
            </a:r>
            <a:endParaRPr lang="en-US" sz="975" dirty="0"/>
          </a:p>
        </p:txBody>
      </p:sp>
      <p:sp>
        <p:nvSpPr>
          <p:cNvPr id="28" name="SK-8-text-27"/>
          <p:cNvSpPr/>
          <p:nvPr/>
        </p:nvSpPr>
        <p:spPr>
          <a:xfrm>
            <a:off x="990600" y="3203228"/>
            <a:ext cx="334518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일시·GPS·NFC ID JSON 직렬화</a:t>
            </a:r>
            <a:endParaRPr lang="en-US" sz="975" dirty="0"/>
          </a:p>
        </p:txBody>
      </p:sp>
      <p:sp>
        <p:nvSpPr>
          <p:cNvPr id="29" name="SK-8-text-28"/>
          <p:cNvSpPr/>
          <p:nvPr/>
        </p:nvSpPr>
        <p:spPr>
          <a:xfrm>
            <a:off x="7348538" y="2169765"/>
            <a:ext cx="3524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Background Sync</a:t>
            </a:r>
            <a:endParaRPr lang="en-US" sz="1500" dirty="0"/>
          </a:p>
        </p:txBody>
      </p:sp>
      <p:sp>
        <p:nvSpPr>
          <p:cNvPr id="30" name="SK-8-text-29"/>
          <p:cNvSpPr/>
          <p:nvPr/>
        </p:nvSpPr>
        <p:spPr>
          <a:xfrm>
            <a:off x="6967538" y="2674590"/>
            <a:ext cx="408813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회복 시 SyncManager 자동 발동</a:t>
            </a:r>
            <a:endParaRPr lang="en-US" sz="975" dirty="0"/>
          </a:p>
        </p:txBody>
      </p:sp>
      <p:sp>
        <p:nvSpPr>
          <p:cNvPr id="31" name="SK-8-text-30"/>
          <p:cNvSpPr/>
          <p:nvPr/>
        </p:nvSpPr>
        <p:spPr>
          <a:xfrm>
            <a:off x="6967538" y="2936528"/>
            <a:ext cx="393954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종료 상태에서도 Firestore 일괄 커밋</a:t>
            </a:r>
            <a:endParaRPr lang="en-US" sz="975" dirty="0"/>
          </a:p>
        </p:txBody>
      </p:sp>
      <p:sp>
        <p:nvSpPr>
          <p:cNvPr id="32" name="SK-8-text-31"/>
          <p:cNvSpPr/>
          <p:nvPr/>
        </p:nvSpPr>
        <p:spPr>
          <a:xfrm>
            <a:off x="6967538" y="3198465"/>
            <a:ext cx="275082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전송 완료 레코드 로컬 자동 삭제</a:t>
            </a:r>
            <a:endParaRPr lang="en-US" sz="975" dirty="0"/>
          </a:p>
        </p:txBody>
      </p:sp>
      <p:sp>
        <p:nvSpPr>
          <p:cNvPr id="33" name="SK-8-text-32"/>
          <p:cNvSpPr/>
          <p:nvPr/>
        </p:nvSpPr>
        <p:spPr>
          <a:xfrm>
            <a:off x="1152525" y="6238875"/>
            <a:ext cx="73609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D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 장애 환경: 근태 데이터 100% 보존 · 재접속 시: 자동 무결성 동기화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9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"/>
            <a:ext cx="11049000" cy="664815"/>
          </a:xfrm>
          <a:prstGeom prst="rect">
            <a:avLst/>
          </a:prstGeom>
        </p:spPr>
      </p:pic>
      <p:pic>
        <p:nvPicPr>
          <p:cNvPr id="5" name="SK-9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1569" y="1819275"/>
            <a:ext cx="2328863" cy="295275"/>
          </a:xfrm>
          <a:prstGeom prst="rect">
            <a:avLst/>
          </a:prstGeom>
        </p:spPr>
      </p:pic>
      <p:pic>
        <p:nvPicPr>
          <p:cNvPr id="6" name="SK-9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400" y="3626941"/>
            <a:ext cx="2743200" cy="419100"/>
          </a:xfrm>
          <a:prstGeom prst="rect">
            <a:avLst/>
          </a:prstGeom>
        </p:spPr>
      </p:pic>
      <p:pic>
        <p:nvPicPr>
          <p:cNvPr id="7" name="SK-9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0" y="3760291"/>
            <a:ext cx="190500" cy="152400"/>
          </a:xfrm>
          <a:prstGeom prst="rect">
            <a:avLst/>
          </a:prstGeom>
        </p:spPr>
      </p:pic>
      <p:pic>
        <p:nvPicPr>
          <p:cNvPr id="8" name="SK-9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388941"/>
            <a:ext cx="11049000" cy="1466850"/>
          </a:xfrm>
          <a:prstGeom prst="rect">
            <a:avLst/>
          </a:prstGeom>
        </p:spPr>
      </p:pic>
      <p:pic>
        <p:nvPicPr>
          <p:cNvPr id="9" name="SK-9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579441"/>
            <a:ext cx="3683050" cy="1085850"/>
          </a:xfrm>
          <a:prstGeom prst="rect">
            <a:avLst/>
          </a:prstGeom>
        </p:spPr>
      </p:pic>
      <p:pic>
        <p:nvPicPr>
          <p:cNvPr id="10" name="SK-9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9322" y="4609356"/>
            <a:ext cx="154781" cy="125760"/>
          </a:xfrm>
          <a:prstGeom prst="rect">
            <a:avLst/>
          </a:prstGeom>
        </p:spPr>
      </p:pic>
      <p:pic>
        <p:nvPicPr>
          <p:cNvPr id="11" name="SK-9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54550" y="4579441"/>
            <a:ext cx="3683050" cy="1085850"/>
          </a:xfrm>
          <a:prstGeom prst="rect">
            <a:avLst/>
          </a:prstGeom>
        </p:spPr>
      </p:pic>
      <p:pic>
        <p:nvPicPr>
          <p:cNvPr id="12" name="SK-9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42372" y="4609356"/>
            <a:ext cx="154781" cy="125760"/>
          </a:xfrm>
          <a:prstGeom prst="rect">
            <a:avLst/>
          </a:prstGeom>
        </p:spPr>
      </p:pic>
      <p:pic>
        <p:nvPicPr>
          <p:cNvPr id="13" name="SK-9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06384" y="4609356"/>
            <a:ext cx="154781" cy="125760"/>
          </a:xfrm>
          <a:prstGeom prst="rect">
            <a:avLst/>
          </a:prstGeom>
        </p:spPr>
      </p:pic>
      <p:sp>
        <p:nvSpPr>
          <p:cNvPr id="14" name="SK-9-text-13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007A78"/>
                </a:solidFill>
              </a:rPr>
              <a:t>PROJECT O1BO / FINAL REPORT</a:t>
            </a:r>
            <a:endParaRPr lang="en-US" sz="1050" dirty="0"/>
          </a:p>
        </p:txBody>
      </p:sp>
      <p:sp>
        <p:nvSpPr>
          <p:cNvPr id="15" name="SK-9-text-14"/>
          <p:cNvSpPr/>
          <p:nvPr/>
        </p:nvSpPr>
        <p:spPr>
          <a:xfrm>
            <a:off x="762000" y="581025"/>
            <a:ext cx="11020425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결론 및 핵심 달성 지표</a:t>
            </a:r>
            <a:endParaRPr lang="en-US" sz="2550" dirty="0"/>
          </a:p>
        </p:txBody>
      </p:sp>
      <p:sp>
        <p:nvSpPr>
          <p:cNvPr id="16" name="SK-9-text-15"/>
          <p:cNvSpPr/>
          <p:nvPr/>
        </p:nvSpPr>
        <p:spPr>
          <a:xfrm>
            <a:off x="4893469" y="1819275"/>
            <a:ext cx="2100263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kern="0" spc="30" dirty="0">
                <a:solidFill>
                  <a:srgbClr val="007A78"/>
                </a:solidFill>
              </a:rPr>
              <a:t>✅ SYSTEM STABILITY PROVEN</a:t>
            </a:r>
            <a:endParaRPr lang="en-US" sz="1050" dirty="0"/>
          </a:p>
        </p:txBody>
      </p:sp>
      <p:sp>
        <p:nvSpPr>
          <p:cNvPr id="17" name="SK-9-text-16"/>
          <p:cNvSpPr/>
          <p:nvPr/>
        </p:nvSpPr>
        <p:spPr>
          <a:xfrm>
            <a:off x="3171825" y="2209800"/>
            <a:ext cx="5848350" cy="586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620"/>
              </a:lnSpc>
              <a:buNone/>
            </a:pPr>
            <a:r>
              <a:rPr lang="en-US" sz="4200" b="1" dirty="0">
                <a:solidFill>
                  <a:srgbClr val="007A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투입 가능성 100%</a:t>
            </a:r>
            <a:endParaRPr lang="en-US" sz="4200" dirty="0"/>
          </a:p>
        </p:txBody>
      </p:sp>
      <p:sp>
        <p:nvSpPr>
          <p:cNvPr id="18" name="SK-9-text-17"/>
          <p:cNvSpPr/>
          <p:nvPr/>
        </p:nvSpPr>
        <p:spPr>
          <a:xfrm>
            <a:off x="4491038" y="2891730"/>
            <a:ext cx="3209925" cy="4875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 빌드 · Playwright 통합 테스트 무결점 통과</a:t>
            </a:r>
            <a:endParaRPr lang="en-US" sz="1200" dirty="0"/>
          </a:p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4A55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엔터프라이즈급 안정성 완전 확보</a:t>
            </a:r>
            <a:endParaRPr lang="en-US" sz="1200" dirty="0"/>
          </a:p>
        </p:txBody>
      </p:sp>
      <p:sp>
        <p:nvSpPr>
          <p:cNvPr id="19" name="SK-9-text-18"/>
          <p:cNvSpPr/>
          <p:nvPr/>
        </p:nvSpPr>
        <p:spPr>
          <a:xfrm>
            <a:off x="5219700" y="3626941"/>
            <a:ext cx="2040732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현장 즉시 가동 가능</a:t>
            </a:r>
            <a:endParaRPr lang="en-US" sz="1200" dirty="0"/>
          </a:p>
        </p:txBody>
      </p:sp>
      <p:sp>
        <p:nvSpPr>
          <p:cNvPr id="20" name="SK-9-text-19"/>
          <p:cNvSpPr/>
          <p:nvPr/>
        </p:nvSpPr>
        <p:spPr>
          <a:xfrm>
            <a:off x="2190304" y="4579441"/>
            <a:ext cx="907256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30" dirty="0">
                <a:solidFill>
                  <a:srgbClr val="828E8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성공률</a:t>
            </a:r>
            <a:endParaRPr lang="en-US" sz="975" dirty="0"/>
          </a:p>
        </p:txBody>
      </p:sp>
      <p:sp>
        <p:nvSpPr>
          <p:cNvPr id="21" name="SK-9-text-20"/>
          <p:cNvSpPr/>
          <p:nvPr/>
        </p:nvSpPr>
        <p:spPr>
          <a:xfrm>
            <a:off x="1946225" y="4822329"/>
            <a:ext cx="93345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950"/>
              </a:lnSpc>
              <a:buNone/>
            </a:pPr>
            <a:r>
              <a:rPr lang="en-US" sz="330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r>
              <a:rPr lang="en-US" sz="1350" b="1" dirty="0">
                <a:solidFill>
                  <a:srgbClr val="828E8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3300" dirty="0"/>
          </a:p>
        </p:txBody>
      </p:sp>
      <p:sp>
        <p:nvSpPr>
          <p:cNvPr id="22" name="SK-9-text-21"/>
          <p:cNvSpPr/>
          <p:nvPr/>
        </p:nvSpPr>
        <p:spPr>
          <a:xfrm>
            <a:off x="2079575" y="5508129"/>
            <a:ext cx="133350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828E8D"/>
                </a:solidFill>
              </a:rPr>
              <a:t>Vite Build</a:t>
            </a:r>
            <a:endParaRPr lang="en-US" sz="825" dirty="0"/>
          </a:p>
        </p:txBody>
      </p:sp>
      <p:sp>
        <p:nvSpPr>
          <p:cNvPr id="23" name="SK-9-text-22"/>
          <p:cNvSpPr/>
          <p:nvPr/>
        </p:nvSpPr>
        <p:spPr>
          <a:xfrm>
            <a:off x="5873353" y="4579441"/>
            <a:ext cx="907256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30" dirty="0">
                <a:solidFill>
                  <a:srgbClr val="828E8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테스트</a:t>
            </a:r>
            <a:endParaRPr lang="en-US" sz="975" dirty="0"/>
          </a:p>
        </p:txBody>
      </p:sp>
      <p:sp>
        <p:nvSpPr>
          <p:cNvPr id="24" name="SK-9-text-23"/>
          <p:cNvSpPr/>
          <p:nvPr/>
        </p:nvSpPr>
        <p:spPr>
          <a:xfrm>
            <a:off x="5629275" y="4822329"/>
            <a:ext cx="93345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950"/>
              </a:lnSpc>
              <a:buNone/>
            </a:pPr>
            <a:r>
              <a:rPr lang="en-US" sz="3300" b="1" dirty="0">
                <a:solidFill>
                  <a:srgbClr val="1A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r>
              <a:rPr lang="en-US" sz="1350" b="1" dirty="0">
                <a:solidFill>
                  <a:srgbClr val="828E8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3300" dirty="0"/>
          </a:p>
        </p:txBody>
      </p:sp>
      <p:sp>
        <p:nvSpPr>
          <p:cNvPr id="25" name="SK-9-text-24"/>
          <p:cNvSpPr/>
          <p:nvPr/>
        </p:nvSpPr>
        <p:spPr>
          <a:xfrm>
            <a:off x="5762625" y="5508129"/>
            <a:ext cx="133350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828E8D"/>
                </a:solidFill>
              </a:rPr>
              <a:t>Playwright</a:t>
            </a:r>
            <a:endParaRPr lang="en-US" sz="825" dirty="0"/>
          </a:p>
        </p:txBody>
      </p:sp>
      <p:sp>
        <p:nvSpPr>
          <p:cNvPr id="26" name="SK-9-text-25"/>
          <p:cNvSpPr/>
          <p:nvPr/>
        </p:nvSpPr>
        <p:spPr>
          <a:xfrm>
            <a:off x="9637365" y="4579441"/>
            <a:ext cx="745331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30" dirty="0">
                <a:solidFill>
                  <a:srgbClr val="828E8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크래시율</a:t>
            </a:r>
            <a:endParaRPr lang="en-US" sz="975" dirty="0"/>
          </a:p>
        </p:txBody>
      </p:sp>
      <p:sp>
        <p:nvSpPr>
          <p:cNvPr id="27" name="SK-9-text-26"/>
          <p:cNvSpPr/>
          <p:nvPr/>
        </p:nvSpPr>
        <p:spPr>
          <a:xfrm>
            <a:off x="9536162" y="4822329"/>
            <a:ext cx="485775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950"/>
              </a:lnSpc>
              <a:buNone/>
            </a:pPr>
            <a:r>
              <a:rPr lang="en-US" sz="3300" b="1" dirty="0">
                <a:solidFill>
                  <a:srgbClr val="00A8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r>
              <a:rPr lang="en-US" sz="1350" b="1" dirty="0">
                <a:solidFill>
                  <a:srgbClr val="828E8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3300" dirty="0"/>
          </a:p>
        </p:txBody>
      </p:sp>
      <p:sp>
        <p:nvSpPr>
          <p:cNvPr id="28" name="SK-9-text-27"/>
          <p:cNvSpPr/>
          <p:nvPr/>
        </p:nvSpPr>
        <p:spPr>
          <a:xfrm>
            <a:off x="9545687" y="5508129"/>
            <a:ext cx="95631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828E8D"/>
                </a:solidFill>
              </a:rPr>
              <a:t>Runtime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538</Words>
  <Application>Microsoft Office PowerPoint</Application>
  <PresentationFormat>와이드스크린</PresentationFormat>
  <Paragraphs>164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Noto Sans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김형진</cp:lastModifiedBy>
  <cp:revision>2</cp:revision>
  <dcterms:created xsi:type="dcterms:W3CDTF">2026-06-12T05:43:07Z</dcterms:created>
  <dcterms:modified xsi:type="dcterms:W3CDTF">2026-06-12T05:46:58Z</dcterms:modified>
</cp:coreProperties>
</file>